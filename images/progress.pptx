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jpg"/><Relationship Id="rId5" Type="http://schemas.openxmlformats.org/officeDocument/2006/relationships/image" Target="../media/image28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png"/><Relationship Id="rId3" Type="http://schemas.openxmlformats.org/officeDocument/2006/relationships/image" Target="../media/image30.jpg"/><Relationship Id="rId4" Type="http://schemas.openxmlformats.org/officeDocument/2006/relationships/image" Target="../media/image31.png"/><Relationship Id="rId5" Type="http://schemas.openxmlformats.org/officeDocument/2006/relationships/image" Target="../media/image32.jpg"/><Relationship Id="rId6" Type="http://schemas.openxmlformats.org/officeDocument/2006/relationships/image" Target="../media/image33.jpg"/><Relationship Id="rId7" Type="http://schemas.openxmlformats.org/officeDocument/2006/relationships/image" Target="../media/image34.jpg"/><Relationship Id="rId8" Type="http://schemas.openxmlformats.org/officeDocument/2006/relationships/image" Target="../media/image35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jpg"/><Relationship Id="rId5" Type="http://schemas.openxmlformats.org/officeDocument/2006/relationships/image" Target="../media/image39.jpg"/><Relationship Id="rId6" Type="http://schemas.openxmlformats.org/officeDocument/2006/relationships/image" Target="../media/image40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png"/><Relationship Id="rId3" Type="http://schemas.openxmlformats.org/officeDocument/2006/relationships/image" Target="../media/image42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3.jpg"/><Relationship Id="rId3" Type="http://schemas.openxmlformats.org/officeDocument/2006/relationships/image" Target="../media/image38.jpg"/><Relationship Id="rId4" Type="http://schemas.openxmlformats.org/officeDocument/2006/relationships/image" Target="../media/image44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4.jpg"/><Relationship Id="rId3" Type="http://schemas.openxmlformats.org/officeDocument/2006/relationships/image" Target="../media/image55.jpg"/><Relationship Id="rId4" Type="http://schemas.openxmlformats.org/officeDocument/2006/relationships/image" Target="../media/image56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6010255" cy="11308715"/>
          </a:xfrm>
          <a:custGeom>
            <a:avLst/>
            <a:gdLst/>
            <a:ahLst/>
            <a:cxnLst/>
            <a:rect l="l" t="t" r="r" b="b"/>
            <a:pathLst>
              <a:path w="16010255" h="11308715">
                <a:moveTo>
                  <a:pt x="16009983" y="0"/>
                </a:moveTo>
                <a:lnTo>
                  <a:pt x="0" y="0"/>
                </a:lnTo>
                <a:lnTo>
                  <a:pt x="0" y="11308556"/>
                </a:lnTo>
                <a:lnTo>
                  <a:pt x="16009983" y="11308556"/>
                </a:lnTo>
                <a:lnTo>
                  <a:pt x="16009983" y="0"/>
                </a:lnTo>
                <a:close/>
              </a:path>
            </a:pathLst>
          </a:custGeom>
          <a:solidFill>
            <a:srgbClr val="1A17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2435540" y="1238427"/>
            <a:ext cx="2752090" cy="416559"/>
          </a:xfrm>
          <a:custGeom>
            <a:avLst/>
            <a:gdLst/>
            <a:ahLst/>
            <a:cxnLst/>
            <a:rect l="l" t="t" r="r" b="b"/>
            <a:pathLst>
              <a:path w="2752090" h="416560">
                <a:moveTo>
                  <a:pt x="178230" y="404622"/>
                </a:moveTo>
                <a:lnTo>
                  <a:pt x="0" y="404622"/>
                </a:lnTo>
                <a:lnTo>
                  <a:pt x="0" y="415972"/>
                </a:lnTo>
                <a:lnTo>
                  <a:pt x="178230" y="415972"/>
                </a:lnTo>
                <a:lnTo>
                  <a:pt x="178230" y="404622"/>
                </a:lnTo>
                <a:close/>
              </a:path>
              <a:path w="2752090" h="416560">
                <a:moveTo>
                  <a:pt x="163198" y="11350"/>
                </a:moveTo>
                <a:lnTo>
                  <a:pt x="14724" y="11350"/>
                </a:lnTo>
                <a:lnTo>
                  <a:pt x="22010" y="11810"/>
                </a:lnTo>
                <a:lnTo>
                  <a:pt x="29142" y="13190"/>
                </a:lnTo>
                <a:lnTo>
                  <a:pt x="58515" y="47395"/>
                </a:lnTo>
                <a:lnTo>
                  <a:pt x="59512" y="73623"/>
                </a:lnTo>
                <a:lnTo>
                  <a:pt x="59512" y="342348"/>
                </a:lnTo>
                <a:lnTo>
                  <a:pt x="59120" y="356805"/>
                </a:lnTo>
                <a:lnTo>
                  <a:pt x="59052" y="359335"/>
                </a:lnTo>
                <a:lnTo>
                  <a:pt x="45439" y="396166"/>
                </a:lnTo>
                <a:lnTo>
                  <a:pt x="14724" y="404622"/>
                </a:lnTo>
                <a:lnTo>
                  <a:pt x="163198" y="404622"/>
                </a:lnTo>
                <a:lnTo>
                  <a:pt x="124444" y="389181"/>
                </a:lnTo>
                <a:lnTo>
                  <a:pt x="118410" y="342348"/>
                </a:lnTo>
                <a:lnTo>
                  <a:pt x="118410" y="73623"/>
                </a:lnTo>
                <a:lnTo>
                  <a:pt x="118818" y="59167"/>
                </a:lnTo>
                <a:lnTo>
                  <a:pt x="118890" y="56636"/>
                </a:lnTo>
                <a:lnTo>
                  <a:pt x="132771" y="19805"/>
                </a:lnTo>
                <a:lnTo>
                  <a:pt x="151330" y="12289"/>
                </a:lnTo>
                <a:lnTo>
                  <a:pt x="163198" y="11350"/>
                </a:lnTo>
                <a:close/>
              </a:path>
              <a:path w="2752090" h="416560">
                <a:moveTo>
                  <a:pt x="178230" y="0"/>
                </a:moveTo>
                <a:lnTo>
                  <a:pt x="0" y="0"/>
                </a:lnTo>
                <a:lnTo>
                  <a:pt x="0" y="11350"/>
                </a:lnTo>
                <a:lnTo>
                  <a:pt x="178230" y="11350"/>
                </a:lnTo>
                <a:lnTo>
                  <a:pt x="178230" y="0"/>
                </a:lnTo>
                <a:close/>
              </a:path>
              <a:path w="2752090" h="416560">
                <a:moveTo>
                  <a:pt x="381160" y="404622"/>
                </a:moveTo>
                <a:lnTo>
                  <a:pt x="202930" y="404622"/>
                </a:lnTo>
                <a:lnTo>
                  <a:pt x="202930" y="415972"/>
                </a:lnTo>
                <a:lnTo>
                  <a:pt x="381160" y="415972"/>
                </a:lnTo>
                <a:lnTo>
                  <a:pt x="381160" y="404622"/>
                </a:lnTo>
                <a:close/>
              </a:path>
              <a:path w="2752090" h="416560">
                <a:moveTo>
                  <a:pt x="366129" y="11350"/>
                </a:moveTo>
                <a:lnTo>
                  <a:pt x="217655" y="11350"/>
                </a:lnTo>
                <a:lnTo>
                  <a:pt x="224940" y="11810"/>
                </a:lnTo>
                <a:lnTo>
                  <a:pt x="232073" y="13190"/>
                </a:lnTo>
                <a:lnTo>
                  <a:pt x="261445" y="47395"/>
                </a:lnTo>
                <a:lnTo>
                  <a:pt x="262442" y="73623"/>
                </a:lnTo>
                <a:lnTo>
                  <a:pt x="262442" y="342348"/>
                </a:lnTo>
                <a:lnTo>
                  <a:pt x="262051" y="356805"/>
                </a:lnTo>
                <a:lnTo>
                  <a:pt x="261982" y="359335"/>
                </a:lnTo>
                <a:lnTo>
                  <a:pt x="248370" y="396166"/>
                </a:lnTo>
                <a:lnTo>
                  <a:pt x="217655" y="404622"/>
                </a:lnTo>
                <a:lnTo>
                  <a:pt x="366129" y="404622"/>
                </a:lnTo>
                <a:lnTo>
                  <a:pt x="327374" y="389181"/>
                </a:lnTo>
                <a:lnTo>
                  <a:pt x="321341" y="342348"/>
                </a:lnTo>
                <a:lnTo>
                  <a:pt x="321341" y="73623"/>
                </a:lnTo>
                <a:lnTo>
                  <a:pt x="325655" y="33015"/>
                </a:lnTo>
                <a:lnTo>
                  <a:pt x="354261" y="12289"/>
                </a:lnTo>
                <a:lnTo>
                  <a:pt x="366129" y="11350"/>
                </a:lnTo>
                <a:close/>
              </a:path>
              <a:path w="2752090" h="416560">
                <a:moveTo>
                  <a:pt x="381160" y="0"/>
                </a:moveTo>
                <a:lnTo>
                  <a:pt x="202930" y="0"/>
                </a:lnTo>
                <a:lnTo>
                  <a:pt x="202930" y="11350"/>
                </a:lnTo>
                <a:lnTo>
                  <a:pt x="381160" y="11350"/>
                </a:lnTo>
                <a:lnTo>
                  <a:pt x="381160" y="0"/>
                </a:lnTo>
                <a:close/>
              </a:path>
              <a:path w="2752090" h="416560">
                <a:moveTo>
                  <a:pt x="670598" y="404622"/>
                </a:moveTo>
                <a:lnTo>
                  <a:pt x="494209" y="404622"/>
                </a:lnTo>
                <a:lnTo>
                  <a:pt x="494209" y="415972"/>
                </a:lnTo>
                <a:lnTo>
                  <a:pt x="670598" y="415972"/>
                </a:lnTo>
                <a:lnTo>
                  <a:pt x="670598" y="404622"/>
                </a:lnTo>
                <a:close/>
              </a:path>
              <a:path w="2752090" h="416560">
                <a:moveTo>
                  <a:pt x="612006" y="26074"/>
                </a:moveTo>
                <a:lnTo>
                  <a:pt x="553108" y="26074"/>
                </a:lnTo>
                <a:lnTo>
                  <a:pt x="553108" y="343882"/>
                </a:lnTo>
                <a:lnTo>
                  <a:pt x="552686" y="359796"/>
                </a:lnTo>
                <a:lnTo>
                  <a:pt x="531481" y="400634"/>
                </a:lnTo>
                <a:lnTo>
                  <a:pt x="508934" y="404622"/>
                </a:lnTo>
                <a:lnTo>
                  <a:pt x="656180" y="404622"/>
                </a:lnTo>
                <a:lnTo>
                  <a:pt x="620289" y="391737"/>
                </a:lnTo>
                <a:lnTo>
                  <a:pt x="612006" y="343882"/>
                </a:lnTo>
                <a:lnTo>
                  <a:pt x="612006" y="26074"/>
                </a:lnTo>
                <a:close/>
              </a:path>
              <a:path w="2752090" h="416560">
                <a:moveTo>
                  <a:pt x="753731" y="0"/>
                </a:moveTo>
                <a:lnTo>
                  <a:pt x="414143" y="0"/>
                </a:lnTo>
                <a:lnTo>
                  <a:pt x="409235" y="97551"/>
                </a:lnTo>
                <a:lnTo>
                  <a:pt x="420892" y="97551"/>
                </a:lnTo>
                <a:lnTo>
                  <a:pt x="422541" y="84168"/>
                </a:lnTo>
                <a:lnTo>
                  <a:pt x="425340" y="72242"/>
                </a:lnTo>
                <a:lnTo>
                  <a:pt x="446891" y="38882"/>
                </a:lnTo>
                <a:lnTo>
                  <a:pt x="489588" y="26343"/>
                </a:lnTo>
                <a:lnTo>
                  <a:pt x="503105" y="26074"/>
                </a:lnTo>
                <a:lnTo>
                  <a:pt x="754961" y="26074"/>
                </a:lnTo>
                <a:lnTo>
                  <a:pt x="753731" y="0"/>
                </a:lnTo>
                <a:close/>
              </a:path>
              <a:path w="2752090" h="416560">
                <a:moveTo>
                  <a:pt x="754961" y="26074"/>
                </a:moveTo>
                <a:lnTo>
                  <a:pt x="670598" y="26074"/>
                </a:lnTo>
                <a:lnTo>
                  <a:pt x="682850" y="26611"/>
                </a:lnTo>
                <a:lnTo>
                  <a:pt x="693836" y="28222"/>
                </a:lnTo>
                <a:lnTo>
                  <a:pt x="732316" y="52437"/>
                </a:lnTo>
                <a:lnTo>
                  <a:pt x="746676" y="97551"/>
                </a:lnTo>
                <a:lnTo>
                  <a:pt x="758333" y="97551"/>
                </a:lnTo>
                <a:lnTo>
                  <a:pt x="755189" y="30906"/>
                </a:lnTo>
                <a:lnTo>
                  <a:pt x="755063" y="28222"/>
                </a:lnTo>
                <a:lnTo>
                  <a:pt x="754961" y="26074"/>
                </a:lnTo>
                <a:close/>
              </a:path>
              <a:path w="2752090" h="416560">
                <a:moveTo>
                  <a:pt x="1087196" y="0"/>
                </a:moveTo>
                <a:lnTo>
                  <a:pt x="917863" y="0"/>
                </a:lnTo>
                <a:lnTo>
                  <a:pt x="917863" y="11350"/>
                </a:lnTo>
                <a:lnTo>
                  <a:pt x="933508" y="11350"/>
                </a:lnTo>
                <a:lnTo>
                  <a:pt x="944589" y="12193"/>
                </a:lnTo>
                <a:lnTo>
                  <a:pt x="975534" y="41950"/>
                </a:lnTo>
                <a:lnTo>
                  <a:pt x="977625" y="344496"/>
                </a:lnTo>
                <a:lnTo>
                  <a:pt x="977260" y="358415"/>
                </a:lnTo>
                <a:lnTo>
                  <a:pt x="964452" y="395131"/>
                </a:lnTo>
                <a:lnTo>
                  <a:pt x="933508" y="404622"/>
                </a:lnTo>
                <a:lnTo>
                  <a:pt x="917863" y="404622"/>
                </a:lnTo>
                <a:lnTo>
                  <a:pt x="917863" y="415972"/>
                </a:lnTo>
                <a:lnTo>
                  <a:pt x="1103762" y="415972"/>
                </a:lnTo>
                <a:lnTo>
                  <a:pt x="1160475" y="411907"/>
                </a:lnTo>
                <a:lnTo>
                  <a:pt x="1209442" y="399713"/>
                </a:lnTo>
                <a:lnTo>
                  <a:pt x="1220020" y="394498"/>
                </a:lnTo>
                <a:lnTo>
                  <a:pt x="1101921" y="394498"/>
                </a:lnTo>
                <a:lnTo>
                  <a:pt x="1087944" y="393961"/>
                </a:lnTo>
                <a:lnTo>
                  <a:pt x="1072395" y="392351"/>
                </a:lnTo>
                <a:lnTo>
                  <a:pt x="1055274" y="389667"/>
                </a:lnTo>
                <a:lnTo>
                  <a:pt x="1036580" y="385909"/>
                </a:lnTo>
                <a:lnTo>
                  <a:pt x="1036580" y="32210"/>
                </a:lnTo>
                <a:lnTo>
                  <a:pt x="1053740" y="28318"/>
                </a:lnTo>
                <a:lnTo>
                  <a:pt x="1069941" y="25538"/>
                </a:lnTo>
                <a:lnTo>
                  <a:pt x="1085183" y="23870"/>
                </a:lnTo>
                <a:lnTo>
                  <a:pt x="1099467" y="23314"/>
                </a:lnTo>
                <a:lnTo>
                  <a:pt x="1232953" y="23314"/>
                </a:lnTo>
                <a:lnTo>
                  <a:pt x="1228921" y="21166"/>
                </a:lnTo>
                <a:lnTo>
                  <a:pt x="1201888" y="11906"/>
                </a:lnTo>
                <a:lnTo>
                  <a:pt x="1169256" y="5291"/>
                </a:lnTo>
                <a:lnTo>
                  <a:pt x="1131025" y="1322"/>
                </a:lnTo>
                <a:lnTo>
                  <a:pt x="1087196" y="0"/>
                </a:lnTo>
                <a:close/>
              </a:path>
              <a:path w="2752090" h="416560">
                <a:moveTo>
                  <a:pt x="1232953" y="23314"/>
                </a:moveTo>
                <a:lnTo>
                  <a:pt x="1099467" y="23314"/>
                </a:lnTo>
                <a:lnTo>
                  <a:pt x="1134611" y="26420"/>
                </a:lnTo>
                <a:lnTo>
                  <a:pt x="1166418" y="35738"/>
                </a:lnTo>
                <a:lnTo>
                  <a:pt x="1220025" y="73009"/>
                </a:lnTo>
                <a:lnTo>
                  <a:pt x="1255227" y="131831"/>
                </a:lnTo>
                <a:lnTo>
                  <a:pt x="1266960" y="208906"/>
                </a:lnTo>
                <a:lnTo>
                  <a:pt x="1264027" y="249476"/>
                </a:lnTo>
                <a:lnTo>
                  <a:pt x="1240559" y="317270"/>
                </a:lnTo>
                <a:lnTo>
                  <a:pt x="1195043" y="366372"/>
                </a:lnTo>
                <a:lnTo>
                  <a:pt x="1135991" y="391373"/>
                </a:lnTo>
                <a:lnTo>
                  <a:pt x="1101921" y="394498"/>
                </a:lnTo>
                <a:lnTo>
                  <a:pt x="1220020" y="394498"/>
                </a:lnTo>
                <a:lnTo>
                  <a:pt x="1284139" y="350938"/>
                </a:lnTo>
                <a:lnTo>
                  <a:pt x="1307223" y="320012"/>
                </a:lnTo>
                <a:lnTo>
                  <a:pt x="1323675" y="285597"/>
                </a:lnTo>
                <a:lnTo>
                  <a:pt x="1333605" y="247462"/>
                </a:lnTo>
                <a:lnTo>
                  <a:pt x="1336903" y="205838"/>
                </a:lnTo>
                <a:lnTo>
                  <a:pt x="1335043" y="174433"/>
                </a:lnTo>
                <a:lnTo>
                  <a:pt x="1320165" y="117375"/>
                </a:lnTo>
                <a:lnTo>
                  <a:pt x="1291214" y="68791"/>
                </a:lnTo>
                <a:lnTo>
                  <a:pt x="1252101" y="33513"/>
                </a:lnTo>
                <a:lnTo>
                  <a:pt x="1232953" y="23314"/>
                </a:lnTo>
                <a:close/>
              </a:path>
              <a:path w="2752090" h="416560">
                <a:moveTo>
                  <a:pt x="1688307" y="0"/>
                </a:moveTo>
                <a:lnTo>
                  <a:pt x="1367738" y="0"/>
                </a:lnTo>
                <a:lnTo>
                  <a:pt x="1367738" y="11350"/>
                </a:lnTo>
                <a:lnTo>
                  <a:pt x="1382463" y="11350"/>
                </a:lnTo>
                <a:lnTo>
                  <a:pt x="1394427" y="12117"/>
                </a:lnTo>
                <a:lnTo>
                  <a:pt x="1425215" y="40243"/>
                </a:lnTo>
                <a:lnTo>
                  <a:pt x="1425257" y="40416"/>
                </a:lnTo>
                <a:lnTo>
                  <a:pt x="1426638" y="53434"/>
                </a:lnTo>
                <a:lnTo>
                  <a:pt x="1426752" y="54508"/>
                </a:lnTo>
                <a:lnTo>
                  <a:pt x="1427251" y="72396"/>
                </a:lnTo>
                <a:lnTo>
                  <a:pt x="1427185" y="346643"/>
                </a:lnTo>
                <a:lnTo>
                  <a:pt x="1425268" y="375977"/>
                </a:lnTo>
                <a:lnTo>
                  <a:pt x="1425180" y="376648"/>
                </a:lnTo>
                <a:lnTo>
                  <a:pt x="1396804" y="402858"/>
                </a:lnTo>
                <a:lnTo>
                  <a:pt x="1382463" y="404622"/>
                </a:lnTo>
                <a:lnTo>
                  <a:pt x="1367738" y="404622"/>
                </a:lnTo>
                <a:lnTo>
                  <a:pt x="1367738" y="415972"/>
                </a:lnTo>
                <a:lnTo>
                  <a:pt x="1688307" y="415972"/>
                </a:lnTo>
                <a:lnTo>
                  <a:pt x="1696119" y="393271"/>
                </a:lnTo>
                <a:lnTo>
                  <a:pt x="1509054" y="393271"/>
                </a:lnTo>
                <a:lnTo>
                  <a:pt x="1501283" y="392146"/>
                </a:lnTo>
                <a:lnTo>
                  <a:pt x="1486271" y="356555"/>
                </a:lnTo>
                <a:lnTo>
                  <a:pt x="1486149" y="209519"/>
                </a:lnTo>
                <a:lnTo>
                  <a:pt x="1654256" y="209519"/>
                </a:lnTo>
                <a:lnTo>
                  <a:pt x="1654256" y="187126"/>
                </a:lnTo>
                <a:lnTo>
                  <a:pt x="1486149" y="187126"/>
                </a:lnTo>
                <a:lnTo>
                  <a:pt x="1486149" y="22700"/>
                </a:lnTo>
                <a:lnTo>
                  <a:pt x="1689454" y="22700"/>
                </a:lnTo>
                <a:lnTo>
                  <a:pt x="1688307" y="0"/>
                </a:lnTo>
                <a:close/>
              </a:path>
              <a:path w="2752090" h="416560">
                <a:moveTo>
                  <a:pt x="1724198" y="311672"/>
                </a:moveTo>
                <a:lnTo>
                  <a:pt x="1711928" y="311672"/>
                </a:lnTo>
                <a:lnTo>
                  <a:pt x="1702016" y="329637"/>
                </a:lnTo>
                <a:lnTo>
                  <a:pt x="1692218" y="345186"/>
                </a:lnTo>
                <a:lnTo>
                  <a:pt x="1665530" y="375651"/>
                </a:lnTo>
                <a:lnTo>
                  <a:pt x="1620736" y="392146"/>
                </a:lnTo>
                <a:lnTo>
                  <a:pt x="1619952" y="392146"/>
                </a:lnTo>
                <a:lnTo>
                  <a:pt x="1607494" y="392964"/>
                </a:lnTo>
                <a:lnTo>
                  <a:pt x="1591063" y="393271"/>
                </a:lnTo>
                <a:lnTo>
                  <a:pt x="1696119" y="393271"/>
                </a:lnTo>
                <a:lnTo>
                  <a:pt x="1724198" y="311672"/>
                </a:lnTo>
                <a:close/>
              </a:path>
              <a:path w="2752090" h="416560">
                <a:moveTo>
                  <a:pt x="1654256" y="209519"/>
                </a:moveTo>
                <a:lnTo>
                  <a:pt x="1577565" y="209519"/>
                </a:lnTo>
                <a:lnTo>
                  <a:pt x="1589759" y="209903"/>
                </a:lnTo>
                <a:lnTo>
                  <a:pt x="1600266" y="211053"/>
                </a:lnTo>
                <a:lnTo>
                  <a:pt x="1634317" y="232527"/>
                </a:lnTo>
                <a:lnTo>
                  <a:pt x="1642906" y="271486"/>
                </a:lnTo>
                <a:lnTo>
                  <a:pt x="1654256" y="271486"/>
                </a:lnTo>
                <a:lnTo>
                  <a:pt x="1654256" y="209519"/>
                </a:lnTo>
                <a:close/>
              </a:path>
              <a:path w="2752090" h="416560">
                <a:moveTo>
                  <a:pt x="1654256" y="126693"/>
                </a:moveTo>
                <a:lnTo>
                  <a:pt x="1642906" y="126693"/>
                </a:lnTo>
                <a:lnTo>
                  <a:pt x="1641104" y="143143"/>
                </a:lnTo>
                <a:lnTo>
                  <a:pt x="1637538" y="156909"/>
                </a:lnTo>
                <a:lnTo>
                  <a:pt x="1607245" y="184441"/>
                </a:lnTo>
                <a:lnTo>
                  <a:pt x="1577565" y="187126"/>
                </a:lnTo>
                <a:lnTo>
                  <a:pt x="1654256" y="187126"/>
                </a:lnTo>
                <a:lnTo>
                  <a:pt x="1654256" y="126693"/>
                </a:lnTo>
                <a:close/>
              </a:path>
              <a:path w="2752090" h="416560">
                <a:moveTo>
                  <a:pt x="1689454" y="22700"/>
                </a:moveTo>
                <a:lnTo>
                  <a:pt x="1600266" y="22700"/>
                </a:lnTo>
                <a:lnTo>
                  <a:pt x="1614588" y="22988"/>
                </a:lnTo>
                <a:lnTo>
                  <a:pt x="1626571" y="23850"/>
                </a:lnTo>
                <a:lnTo>
                  <a:pt x="1662213" y="40243"/>
                </a:lnTo>
                <a:lnTo>
                  <a:pt x="1677628" y="75981"/>
                </a:lnTo>
                <a:lnTo>
                  <a:pt x="1680945" y="91108"/>
                </a:lnTo>
                <a:lnTo>
                  <a:pt x="1692909" y="91108"/>
                </a:lnTo>
                <a:lnTo>
                  <a:pt x="1689686" y="27302"/>
                </a:lnTo>
                <a:lnTo>
                  <a:pt x="1689584" y="25288"/>
                </a:lnTo>
                <a:lnTo>
                  <a:pt x="1689468" y="22988"/>
                </a:lnTo>
                <a:lnTo>
                  <a:pt x="1689454" y="22700"/>
                </a:lnTo>
                <a:close/>
              </a:path>
              <a:path w="2752090" h="416560">
                <a:moveTo>
                  <a:pt x="1933571" y="0"/>
                </a:moveTo>
                <a:lnTo>
                  <a:pt x="1745218" y="0"/>
                </a:lnTo>
                <a:lnTo>
                  <a:pt x="1745218" y="11350"/>
                </a:lnTo>
                <a:lnTo>
                  <a:pt x="1760863" y="11350"/>
                </a:lnTo>
                <a:lnTo>
                  <a:pt x="1771945" y="12193"/>
                </a:lnTo>
                <a:lnTo>
                  <a:pt x="1802890" y="41950"/>
                </a:lnTo>
                <a:lnTo>
                  <a:pt x="1805037" y="73623"/>
                </a:lnTo>
                <a:lnTo>
                  <a:pt x="1805037" y="342042"/>
                </a:lnTo>
                <a:lnTo>
                  <a:pt x="1804745" y="353775"/>
                </a:lnTo>
                <a:lnTo>
                  <a:pt x="1804634" y="358223"/>
                </a:lnTo>
                <a:lnTo>
                  <a:pt x="1791980" y="394958"/>
                </a:lnTo>
                <a:lnTo>
                  <a:pt x="1760863" y="404622"/>
                </a:lnTo>
                <a:lnTo>
                  <a:pt x="1745218" y="404622"/>
                </a:lnTo>
                <a:lnTo>
                  <a:pt x="1745218" y="415972"/>
                </a:lnTo>
                <a:lnTo>
                  <a:pt x="2067320" y="415972"/>
                </a:lnTo>
                <a:lnTo>
                  <a:pt x="2075636" y="389590"/>
                </a:lnTo>
                <a:lnTo>
                  <a:pt x="1928049" y="389590"/>
                </a:lnTo>
                <a:lnTo>
                  <a:pt x="1909989" y="389398"/>
                </a:lnTo>
                <a:lnTo>
                  <a:pt x="1871298" y="381307"/>
                </a:lnTo>
                <a:lnTo>
                  <a:pt x="1863936" y="342042"/>
                </a:lnTo>
                <a:lnTo>
                  <a:pt x="1863936" y="80678"/>
                </a:lnTo>
                <a:lnTo>
                  <a:pt x="1866697" y="40358"/>
                </a:lnTo>
                <a:lnTo>
                  <a:pt x="1905349" y="12730"/>
                </a:lnTo>
                <a:lnTo>
                  <a:pt x="1933571" y="11350"/>
                </a:lnTo>
                <a:lnTo>
                  <a:pt x="1933571" y="0"/>
                </a:lnTo>
                <a:close/>
              </a:path>
              <a:path w="2752090" h="416560">
                <a:moveTo>
                  <a:pt x="2092782" y="300935"/>
                </a:moveTo>
                <a:lnTo>
                  <a:pt x="2068854" y="347352"/>
                </a:lnTo>
                <a:lnTo>
                  <a:pt x="2035053" y="378336"/>
                </a:lnTo>
                <a:lnTo>
                  <a:pt x="1998881" y="387865"/>
                </a:lnTo>
                <a:lnTo>
                  <a:pt x="1998603" y="387865"/>
                </a:lnTo>
                <a:lnTo>
                  <a:pt x="1980564" y="389149"/>
                </a:lnTo>
                <a:lnTo>
                  <a:pt x="1958419" y="389590"/>
                </a:lnTo>
                <a:lnTo>
                  <a:pt x="2075636" y="389590"/>
                </a:lnTo>
                <a:lnTo>
                  <a:pt x="2102905" y="303083"/>
                </a:lnTo>
                <a:lnTo>
                  <a:pt x="2092782" y="300935"/>
                </a:lnTo>
                <a:close/>
              </a:path>
              <a:path w="2752090" h="416560">
                <a:moveTo>
                  <a:pt x="2299394" y="404622"/>
                </a:moveTo>
                <a:lnTo>
                  <a:pt x="2121164" y="404622"/>
                </a:lnTo>
                <a:lnTo>
                  <a:pt x="2121164" y="415972"/>
                </a:lnTo>
                <a:lnTo>
                  <a:pt x="2299394" y="415972"/>
                </a:lnTo>
                <a:lnTo>
                  <a:pt x="2299394" y="404622"/>
                </a:lnTo>
                <a:close/>
              </a:path>
              <a:path w="2752090" h="416560">
                <a:moveTo>
                  <a:pt x="2551247" y="404622"/>
                </a:moveTo>
                <a:lnTo>
                  <a:pt x="2373324" y="404622"/>
                </a:lnTo>
                <a:lnTo>
                  <a:pt x="2373324" y="415972"/>
                </a:lnTo>
                <a:lnTo>
                  <a:pt x="2551247" y="415972"/>
                </a:lnTo>
                <a:lnTo>
                  <a:pt x="2551247" y="404622"/>
                </a:lnTo>
                <a:close/>
              </a:path>
              <a:path w="2752090" h="416560">
                <a:moveTo>
                  <a:pt x="2284362" y="11350"/>
                </a:moveTo>
                <a:lnTo>
                  <a:pt x="2135888" y="11350"/>
                </a:lnTo>
                <a:lnTo>
                  <a:pt x="2143174" y="11810"/>
                </a:lnTo>
                <a:lnTo>
                  <a:pt x="2150306" y="13190"/>
                </a:lnTo>
                <a:lnTo>
                  <a:pt x="2179679" y="47471"/>
                </a:lnTo>
                <a:lnTo>
                  <a:pt x="2180676" y="73930"/>
                </a:lnTo>
                <a:lnTo>
                  <a:pt x="2180676" y="342348"/>
                </a:lnTo>
                <a:lnTo>
                  <a:pt x="2176535" y="382956"/>
                </a:lnTo>
                <a:lnTo>
                  <a:pt x="2135888" y="404622"/>
                </a:lnTo>
                <a:lnTo>
                  <a:pt x="2284362" y="404622"/>
                </a:lnTo>
                <a:lnTo>
                  <a:pt x="2245608" y="389181"/>
                </a:lnTo>
                <a:lnTo>
                  <a:pt x="2239575" y="342348"/>
                </a:lnTo>
                <a:lnTo>
                  <a:pt x="2239575" y="215655"/>
                </a:lnTo>
                <a:lnTo>
                  <a:pt x="2491735" y="215655"/>
                </a:lnTo>
                <a:lnTo>
                  <a:pt x="2491735" y="192954"/>
                </a:lnTo>
                <a:lnTo>
                  <a:pt x="2239575" y="192954"/>
                </a:lnTo>
                <a:lnTo>
                  <a:pt x="2239575" y="73930"/>
                </a:lnTo>
                <a:lnTo>
                  <a:pt x="2243256" y="33437"/>
                </a:lnTo>
                <a:lnTo>
                  <a:pt x="2269782" y="13190"/>
                </a:lnTo>
                <a:lnTo>
                  <a:pt x="2269611" y="13190"/>
                </a:lnTo>
                <a:lnTo>
                  <a:pt x="2276993" y="11810"/>
                </a:lnTo>
                <a:lnTo>
                  <a:pt x="2276780" y="11810"/>
                </a:lnTo>
                <a:lnTo>
                  <a:pt x="2284362" y="11350"/>
                </a:lnTo>
                <a:close/>
              </a:path>
              <a:path w="2752090" h="416560">
                <a:moveTo>
                  <a:pt x="2491735" y="215655"/>
                </a:moveTo>
                <a:lnTo>
                  <a:pt x="2432836" y="215655"/>
                </a:lnTo>
                <a:lnTo>
                  <a:pt x="2432836" y="342348"/>
                </a:lnTo>
                <a:lnTo>
                  <a:pt x="2432428" y="356805"/>
                </a:lnTo>
                <a:lnTo>
                  <a:pt x="2418476" y="396166"/>
                </a:lnTo>
                <a:lnTo>
                  <a:pt x="2388049" y="404622"/>
                </a:lnTo>
                <a:lnTo>
                  <a:pt x="2536522" y="404622"/>
                </a:lnTo>
                <a:lnTo>
                  <a:pt x="2497768" y="389181"/>
                </a:lnTo>
                <a:lnTo>
                  <a:pt x="2491735" y="342348"/>
                </a:lnTo>
                <a:lnTo>
                  <a:pt x="2491735" y="215655"/>
                </a:lnTo>
                <a:close/>
              </a:path>
              <a:path w="2752090" h="416560">
                <a:moveTo>
                  <a:pt x="2536522" y="11350"/>
                </a:moveTo>
                <a:lnTo>
                  <a:pt x="2388049" y="11350"/>
                </a:lnTo>
                <a:lnTo>
                  <a:pt x="2395315" y="11810"/>
                </a:lnTo>
                <a:lnTo>
                  <a:pt x="2402390" y="13190"/>
                </a:lnTo>
                <a:lnTo>
                  <a:pt x="2431839" y="47471"/>
                </a:lnTo>
                <a:lnTo>
                  <a:pt x="2432836" y="73930"/>
                </a:lnTo>
                <a:lnTo>
                  <a:pt x="2432836" y="192954"/>
                </a:lnTo>
                <a:lnTo>
                  <a:pt x="2491735" y="192954"/>
                </a:lnTo>
                <a:lnTo>
                  <a:pt x="2491735" y="73930"/>
                </a:lnTo>
                <a:lnTo>
                  <a:pt x="2491946" y="59895"/>
                </a:lnTo>
                <a:lnTo>
                  <a:pt x="2502063" y="21678"/>
                </a:lnTo>
                <a:lnTo>
                  <a:pt x="2521942" y="13190"/>
                </a:lnTo>
                <a:lnTo>
                  <a:pt x="2521771" y="13190"/>
                </a:lnTo>
                <a:lnTo>
                  <a:pt x="2529153" y="11810"/>
                </a:lnTo>
                <a:lnTo>
                  <a:pt x="2528940" y="11810"/>
                </a:lnTo>
                <a:lnTo>
                  <a:pt x="2536522" y="11350"/>
                </a:lnTo>
                <a:close/>
              </a:path>
              <a:path w="2752090" h="416560">
                <a:moveTo>
                  <a:pt x="2299394" y="0"/>
                </a:moveTo>
                <a:lnTo>
                  <a:pt x="2121164" y="0"/>
                </a:lnTo>
                <a:lnTo>
                  <a:pt x="2121164" y="11350"/>
                </a:lnTo>
                <a:lnTo>
                  <a:pt x="2299394" y="11350"/>
                </a:lnTo>
                <a:lnTo>
                  <a:pt x="2299394" y="0"/>
                </a:lnTo>
                <a:close/>
              </a:path>
              <a:path w="2752090" h="416560">
                <a:moveTo>
                  <a:pt x="2551247" y="0"/>
                </a:moveTo>
                <a:lnTo>
                  <a:pt x="2373324" y="0"/>
                </a:lnTo>
                <a:lnTo>
                  <a:pt x="2373324" y="11350"/>
                </a:lnTo>
                <a:lnTo>
                  <a:pt x="2551247" y="11350"/>
                </a:lnTo>
                <a:lnTo>
                  <a:pt x="2551247" y="0"/>
                </a:lnTo>
                <a:close/>
              </a:path>
              <a:path w="2752090" h="416560">
                <a:moveTo>
                  <a:pt x="2752030" y="404622"/>
                </a:moveTo>
                <a:lnTo>
                  <a:pt x="2573800" y="404622"/>
                </a:lnTo>
                <a:lnTo>
                  <a:pt x="2573800" y="415972"/>
                </a:lnTo>
                <a:lnTo>
                  <a:pt x="2752030" y="415972"/>
                </a:lnTo>
                <a:lnTo>
                  <a:pt x="2752030" y="404622"/>
                </a:lnTo>
                <a:close/>
              </a:path>
              <a:path w="2752090" h="416560">
                <a:moveTo>
                  <a:pt x="2736999" y="11350"/>
                </a:moveTo>
                <a:lnTo>
                  <a:pt x="2588525" y="11350"/>
                </a:lnTo>
                <a:lnTo>
                  <a:pt x="2595811" y="11810"/>
                </a:lnTo>
                <a:lnTo>
                  <a:pt x="2602943" y="13190"/>
                </a:lnTo>
                <a:lnTo>
                  <a:pt x="2632316" y="47395"/>
                </a:lnTo>
                <a:lnTo>
                  <a:pt x="2633313" y="73623"/>
                </a:lnTo>
                <a:lnTo>
                  <a:pt x="2633313" y="342348"/>
                </a:lnTo>
                <a:lnTo>
                  <a:pt x="2632921" y="356805"/>
                </a:lnTo>
                <a:lnTo>
                  <a:pt x="2632852" y="359335"/>
                </a:lnTo>
                <a:lnTo>
                  <a:pt x="2619240" y="396166"/>
                </a:lnTo>
                <a:lnTo>
                  <a:pt x="2588525" y="404622"/>
                </a:lnTo>
                <a:lnTo>
                  <a:pt x="2736999" y="404622"/>
                </a:lnTo>
                <a:lnTo>
                  <a:pt x="2698244" y="389181"/>
                </a:lnTo>
                <a:lnTo>
                  <a:pt x="2692211" y="342348"/>
                </a:lnTo>
                <a:lnTo>
                  <a:pt x="2692211" y="73623"/>
                </a:lnTo>
                <a:lnTo>
                  <a:pt x="2692619" y="59167"/>
                </a:lnTo>
                <a:lnTo>
                  <a:pt x="2692691" y="56636"/>
                </a:lnTo>
                <a:lnTo>
                  <a:pt x="2706572" y="19805"/>
                </a:lnTo>
                <a:lnTo>
                  <a:pt x="2725131" y="12289"/>
                </a:lnTo>
                <a:lnTo>
                  <a:pt x="2736999" y="11350"/>
                </a:lnTo>
                <a:close/>
              </a:path>
              <a:path w="2752090" h="416560">
                <a:moveTo>
                  <a:pt x="2752030" y="0"/>
                </a:moveTo>
                <a:lnTo>
                  <a:pt x="2573800" y="0"/>
                </a:lnTo>
                <a:lnTo>
                  <a:pt x="2573800" y="11350"/>
                </a:lnTo>
                <a:lnTo>
                  <a:pt x="2752030" y="11350"/>
                </a:lnTo>
                <a:lnTo>
                  <a:pt x="275203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12272" y="6345356"/>
            <a:ext cx="10104403" cy="4481538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4455" y="2885424"/>
            <a:ext cx="12750327" cy="321472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3432" y="753903"/>
            <a:ext cx="1371685" cy="137168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0140" y="8636189"/>
            <a:ext cx="2105668" cy="30496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27522" y="8642407"/>
            <a:ext cx="1848962" cy="230359"/>
          </a:xfrm>
          <a:prstGeom prst="rect">
            <a:avLst/>
          </a:prstGeom>
        </p:spPr>
      </p:pic>
      <p:sp>
        <p:nvSpPr>
          <p:cNvPr id="9" name="object 9" descr=""/>
          <p:cNvSpPr/>
          <p:nvPr/>
        </p:nvSpPr>
        <p:spPr>
          <a:xfrm>
            <a:off x="748995" y="9075966"/>
            <a:ext cx="4235450" cy="238125"/>
          </a:xfrm>
          <a:custGeom>
            <a:avLst/>
            <a:gdLst/>
            <a:ahLst/>
            <a:cxnLst/>
            <a:rect l="l" t="t" r="r" b="b"/>
            <a:pathLst>
              <a:path w="4235450" h="238125">
                <a:moveTo>
                  <a:pt x="94565" y="226596"/>
                </a:moveTo>
                <a:lnTo>
                  <a:pt x="0" y="226596"/>
                </a:lnTo>
                <a:lnTo>
                  <a:pt x="0" y="232649"/>
                </a:lnTo>
                <a:lnTo>
                  <a:pt x="94565" y="232649"/>
                </a:lnTo>
                <a:lnTo>
                  <a:pt x="94565" y="226596"/>
                </a:lnTo>
                <a:close/>
              </a:path>
              <a:path w="4235450" h="238125">
                <a:moveTo>
                  <a:pt x="106909" y="121887"/>
                </a:moveTo>
                <a:lnTo>
                  <a:pt x="63152" y="121887"/>
                </a:lnTo>
                <a:lnTo>
                  <a:pt x="145501" y="203309"/>
                </a:lnTo>
                <a:lnTo>
                  <a:pt x="148882" y="207181"/>
                </a:lnTo>
                <a:lnTo>
                  <a:pt x="149864" y="209254"/>
                </a:lnTo>
                <a:lnTo>
                  <a:pt x="150955" y="211326"/>
                </a:lnTo>
                <a:lnTo>
                  <a:pt x="151500" y="213671"/>
                </a:lnTo>
                <a:lnTo>
                  <a:pt x="151500" y="218906"/>
                </a:lnTo>
                <a:lnTo>
                  <a:pt x="150082" y="221306"/>
                </a:lnTo>
                <a:lnTo>
                  <a:pt x="144520" y="225560"/>
                </a:lnTo>
                <a:lnTo>
                  <a:pt x="139993" y="226596"/>
                </a:lnTo>
                <a:lnTo>
                  <a:pt x="133667" y="226596"/>
                </a:lnTo>
                <a:lnTo>
                  <a:pt x="133667" y="232649"/>
                </a:lnTo>
                <a:lnTo>
                  <a:pt x="239194" y="232649"/>
                </a:lnTo>
                <a:lnTo>
                  <a:pt x="239194" y="226596"/>
                </a:lnTo>
                <a:lnTo>
                  <a:pt x="232077" y="225717"/>
                </a:lnTo>
                <a:lnTo>
                  <a:pt x="224960" y="224060"/>
                </a:lnTo>
                <a:lnTo>
                  <a:pt x="186062" y="200194"/>
                </a:lnTo>
                <a:lnTo>
                  <a:pt x="176368" y="190930"/>
                </a:lnTo>
                <a:lnTo>
                  <a:pt x="106909" y="121887"/>
                </a:lnTo>
                <a:close/>
              </a:path>
              <a:path w="4235450" h="238125">
                <a:moveTo>
                  <a:pt x="81481" y="16960"/>
                </a:moveTo>
                <a:lnTo>
                  <a:pt x="13506" y="16960"/>
                </a:lnTo>
                <a:lnTo>
                  <a:pt x="18105" y="18160"/>
                </a:lnTo>
                <a:lnTo>
                  <a:pt x="22905" y="20778"/>
                </a:lnTo>
                <a:lnTo>
                  <a:pt x="31570" y="37046"/>
                </a:lnTo>
                <a:lnTo>
                  <a:pt x="31494" y="202443"/>
                </a:lnTo>
                <a:lnTo>
                  <a:pt x="30799" y="209254"/>
                </a:lnTo>
                <a:lnTo>
                  <a:pt x="30758" y="209663"/>
                </a:lnTo>
                <a:lnTo>
                  <a:pt x="29531" y="215041"/>
                </a:lnTo>
                <a:lnTo>
                  <a:pt x="27892" y="218416"/>
                </a:lnTo>
                <a:lnTo>
                  <a:pt x="27813" y="218579"/>
                </a:lnTo>
                <a:lnTo>
                  <a:pt x="23668" y="223924"/>
                </a:lnTo>
                <a:lnTo>
                  <a:pt x="17015" y="226596"/>
                </a:lnTo>
                <a:lnTo>
                  <a:pt x="81803" y="226596"/>
                </a:lnTo>
                <a:lnTo>
                  <a:pt x="63152" y="204618"/>
                </a:lnTo>
                <a:lnTo>
                  <a:pt x="63152" y="121887"/>
                </a:lnTo>
                <a:lnTo>
                  <a:pt x="106909" y="121887"/>
                </a:lnTo>
                <a:lnTo>
                  <a:pt x="102959" y="117961"/>
                </a:lnTo>
                <a:lnTo>
                  <a:pt x="63152" y="117961"/>
                </a:lnTo>
                <a:lnTo>
                  <a:pt x="63276" y="37793"/>
                </a:lnTo>
                <a:lnTo>
                  <a:pt x="63673" y="33430"/>
                </a:lnTo>
                <a:lnTo>
                  <a:pt x="63756" y="32517"/>
                </a:lnTo>
                <a:lnTo>
                  <a:pt x="78028" y="17833"/>
                </a:lnTo>
                <a:lnTo>
                  <a:pt x="81481" y="16960"/>
                </a:lnTo>
                <a:close/>
              </a:path>
              <a:path w="4235450" h="238125">
                <a:moveTo>
                  <a:pt x="205272" y="16960"/>
                </a:moveTo>
                <a:lnTo>
                  <a:pt x="139551" y="16960"/>
                </a:lnTo>
                <a:lnTo>
                  <a:pt x="142993" y="17833"/>
                </a:lnTo>
                <a:lnTo>
                  <a:pt x="145283" y="19796"/>
                </a:lnTo>
                <a:lnTo>
                  <a:pt x="147574" y="21650"/>
                </a:lnTo>
                <a:lnTo>
                  <a:pt x="148719" y="23832"/>
                </a:lnTo>
                <a:lnTo>
                  <a:pt x="148719" y="29612"/>
                </a:lnTo>
                <a:lnTo>
                  <a:pt x="124546" y="60084"/>
                </a:lnTo>
                <a:lnTo>
                  <a:pt x="63152" y="117961"/>
                </a:lnTo>
                <a:lnTo>
                  <a:pt x="102959" y="117961"/>
                </a:lnTo>
                <a:lnTo>
                  <a:pt x="94565" y="109617"/>
                </a:lnTo>
                <a:lnTo>
                  <a:pt x="128431" y="75913"/>
                </a:lnTo>
                <a:lnTo>
                  <a:pt x="151541" y="52395"/>
                </a:lnTo>
                <a:lnTo>
                  <a:pt x="182586" y="25849"/>
                </a:lnTo>
                <a:lnTo>
                  <a:pt x="200910" y="17615"/>
                </a:lnTo>
                <a:lnTo>
                  <a:pt x="205272" y="16960"/>
                </a:lnTo>
                <a:close/>
              </a:path>
              <a:path w="4235450" h="238125">
                <a:moveTo>
                  <a:pt x="94565" y="10798"/>
                </a:moveTo>
                <a:lnTo>
                  <a:pt x="0" y="10798"/>
                </a:lnTo>
                <a:lnTo>
                  <a:pt x="0" y="16960"/>
                </a:lnTo>
                <a:lnTo>
                  <a:pt x="94565" y="16960"/>
                </a:lnTo>
                <a:lnTo>
                  <a:pt x="94565" y="10798"/>
                </a:lnTo>
                <a:close/>
              </a:path>
              <a:path w="4235450" h="238125">
                <a:moveTo>
                  <a:pt x="210072" y="10798"/>
                </a:moveTo>
                <a:lnTo>
                  <a:pt x="128595" y="10798"/>
                </a:lnTo>
                <a:lnTo>
                  <a:pt x="128595" y="16960"/>
                </a:lnTo>
                <a:lnTo>
                  <a:pt x="210072" y="16960"/>
                </a:lnTo>
                <a:lnTo>
                  <a:pt x="210072" y="10798"/>
                </a:lnTo>
                <a:close/>
              </a:path>
              <a:path w="4235450" h="238125">
                <a:moveTo>
                  <a:pt x="314866" y="78204"/>
                </a:moveTo>
                <a:lnTo>
                  <a:pt x="275814" y="90352"/>
                </a:lnTo>
                <a:lnTo>
                  <a:pt x="250568" y="125487"/>
                </a:lnTo>
                <a:lnTo>
                  <a:pt x="245660" y="159681"/>
                </a:lnTo>
                <a:lnTo>
                  <a:pt x="246856" y="176532"/>
                </a:lnTo>
                <a:lnTo>
                  <a:pt x="264802" y="216289"/>
                </a:lnTo>
                <a:lnTo>
                  <a:pt x="298086" y="235922"/>
                </a:lnTo>
                <a:lnTo>
                  <a:pt x="311103" y="237230"/>
                </a:lnTo>
                <a:lnTo>
                  <a:pt x="323015" y="236085"/>
                </a:lnTo>
                <a:lnTo>
                  <a:pt x="333885" y="232649"/>
                </a:lnTo>
                <a:lnTo>
                  <a:pt x="343712" y="226923"/>
                </a:lnTo>
                <a:lnTo>
                  <a:pt x="352495" y="218906"/>
                </a:lnTo>
                <a:lnTo>
                  <a:pt x="359041" y="210562"/>
                </a:lnTo>
                <a:lnTo>
                  <a:pt x="323537" y="210562"/>
                </a:lnTo>
                <a:lnTo>
                  <a:pt x="313220" y="209417"/>
                </a:lnTo>
                <a:lnTo>
                  <a:pt x="312966" y="209417"/>
                </a:lnTo>
                <a:lnTo>
                  <a:pt x="302881" y="205818"/>
                </a:lnTo>
                <a:lnTo>
                  <a:pt x="272859" y="169006"/>
                </a:lnTo>
                <a:lnTo>
                  <a:pt x="268892" y="139230"/>
                </a:lnTo>
                <a:lnTo>
                  <a:pt x="372455" y="139230"/>
                </a:lnTo>
                <a:lnTo>
                  <a:pt x="371728" y="129740"/>
                </a:lnTo>
                <a:lnTo>
                  <a:pt x="268892" y="129740"/>
                </a:lnTo>
                <a:lnTo>
                  <a:pt x="270344" y="120854"/>
                </a:lnTo>
                <a:lnTo>
                  <a:pt x="299088" y="90485"/>
                </a:lnTo>
                <a:lnTo>
                  <a:pt x="305704" y="89820"/>
                </a:lnTo>
                <a:lnTo>
                  <a:pt x="350242" y="89820"/>
                </a:lnTo>
                <a:lnTo>
                  <a:pt x="347597" y="87591"/>
                </a:lnTo>
                <a:lnTo>
                  <a:pt x="337812" y="82376"/>
                </a:lnTo>
                <a:lnTo>
                  <a:pt x="326901" y="79247"/>
                </a:lnTo>
                <a:lnTo>
                  <a:pt x="314866" y="78204"/>
                </a:lnTo>
                <a:close/>
              </a:path>
              <a:path w="4235450" h="238125">
                <a:moveTo>
                  <a:pt x="367384" y="174732"/>
                </a:moveTo>
                <a:lnTo>
                  <a:pt x="343415" y="206053"/>
                </a:lnTo>
                <a:lnTo>
                  <a:pt x="323537" y="210562"/>
                </a:lnTo>
                <a:lnTo>
                  <a:pt x="359041" y="210562"/>
                </a:lnTo>
                <a:lnTo>
                  <a:pt x="359939" y="209417"/>
                </a:lnTo>
                <a:lnTo>
                  <a:pt x="365748" y="199437"/>
                </a:lnTo>
                <a:lnTo>
                  <a:pt x="369920" y="188966"/>
                </a:lnTo>
                <a:lnTo>
                  <a:pt x="372455" y="178005"/>
                </a:lnTo>
                <a:lnTo>
                  <a:pt x="367384" y="174732"/>
                </a:lnTo>
                <a:close/>
              </a:path>
              <a:path w="4235450" h="238125">
                <a:moveTo>
                  <a:pt x="350242" y="89820"/>
                </a:moveTo>
                <a:lnTo>
                  <a:pt x="311593" y="89820"/>
                </a:lnTo>
                <a:lnTo>
                  <a:pt x="317211" y="91565"/>
                </a:lnTo>
                <a:lnTo>
                  <a:pt x="322555" y="95056"/>
                </a:lnTo>
                <a:lnTo>
                  <a:pt x="338261" y="129740"/>
                </a:lnTo>
                <a:lnTo>
                  <a:pt x="371728" y="129740"/>
                </a:lnTo>
                <a:lnTo>
                  <a:pt x="371443" y="126028"/>
                </a:lnTo>
                <a:lnTo>
                  <a:pt x="368406" y="114238"/>
                </a:lnTo>
                <a:lnTo>
                  <a:pt x="363345" y="103860"/>
                </a:lnTo>
                <a:lnTo>
                  <a:pt x="356258" y="94892"/>
                </a:lnTo>
                <a:lnTo>
                  <a:pt x="350242" y="89820"/>
                </a:lnTo>
                <a:close/>
              </a:path>
              <a:path w="4235450" h="238125">
                <a:moveTo>
                  <a:pt x="472934" y="230686"/>
                </a:moveTo>
                <a:lnTo>
                  <a:pt x="409352" y="230686"/>
                </a:lnTo>
                <a:lnTo>
                  <a:pt x="412297" y="231232"/>
                </a:lnTo>
                <a:lnTo>
                  <a:pt x="415897" y="232322"/>
                </a:lnTo>
                <a:lnTo>
                  <a:pt x="424486" y="234470"/>
                </a:lnTo>
                <a:lnTo>
                  <a:pt x="432585" y="236003"/>
                </a:lnTo>
                <a:lnTo>
                  <a:pt x="440192" y="236924"/>
                </a:lnTo>
                <a:lnTo>
                  <a:pt x="447309" y="237230"/>
                </a:lnTo>
                <a:lnTo>
                  <a:pt x="456645" y="236453"/>
                </a:lnTo>
                <a:lnTo>
                  <a:pt x="465511" y="234122"/>
                </a:lnTo>
                <a:lnTo>
                  <a:pt x="472934" y="230686"/>
                </a:lnTo>
                <a:close/>
              </a:path>
              <a:path w="4235450" h="238125">
                <a:moveTo>
                  <a:pt x="401172" y="181440"/>
                </a:moveTo>
                <a:lnTo>
                  <a:pt x="395773" y="181440"/>
                </a:lnTo>
                <a:lnTo>
                  <a:pt x="395773" y="234940"/>
                </a:lnTo>
                <a:lnTo>
                  <a:pt x="401172" y="234940"/>
                </a:lnTo>
                <a:lnTo>
                  <a:pt x="402481" y="232322"/>
                </a:lnTo>
                <a:lnTo>
                  <a:pt x="402590" y="232104"/>
                </a:lnTo>
                <a:lnTo>
                  <a:pt x="404553" y="230686"/>
                </a:lnTo>
                <a:lnTo>
                  <a:pt x="472934" y="230686"/>
                </a:lnTo>
                <a:lnTo>
                  <a:pt x="473906" y="230236"/>
                </a:lnTo>
                <a:lnTo>
                  <a:pt x="477779" y="227578"/>
                </a:lnTo>
                <a:lnTo>
                  <a:pt x="447636" y="227578"/>
                </a:lnTo>
                <a:lnTo>
                  <a:pt x="439814" y="226852"/>
                </a:lnTo>
                <a:lnTo>
                  <a:pt x="432799" y="224796"/>
                </a:lnTo>
                <a:lnTo>
                  <a:pt x="432618" y="224796"/>
                </a:lnTo>
                <a:lnTo>
                  <a:pt x="425335" y="221044"/>
                </a:lnTo>
                <a:lnTo>
                  <a:pt x="401298" y="181921"/>
                </a:lnTo>
                <a:lnTo>
                  <a:pt x="401172" y="181440"/>
                </a:lnTo>
                <a:close/>
              </a:path>
              <a:path w="4235450" h="238125">
                <a:moveTo>
                  <a:pt x="446491" y="78368"/>
                </a:moveTo>
                <a:lnTo>
                  <a:pt x="440601" y="78368"/>
                </a:lnTo>
                <a:lnTo>
                  <a:pt x="431000" y="79145"/>
                </a:lnTo>
                <a:lnTo>
                  <a:pt x="398268" y="104749"/>
                </a:lnTo>
                <a:lnTo>
                  <a:pt x="395118" y="121724"/>
                </a:lnTo>
                <a:lnTo>
                  <a:pt x="395118" y="131213"/>
                </a:lnTo>
                <a:lnTo>
                  <a:pt x="422727" y="160805"/>
                </a:lnTo>
                <a:lnTo>
                  <a:pt x="444436" y="172186"/>
                </a:lnTo>
                <a:lnTo>
                  <a:pt x="453322" y="177309"/>
                </a:lnTo>
                <a:lnTo>
                  <a:pt x="460224" y="181921"/>
                </a:lnTo>
                <a:lnTo>
                  <a:pt x="465142" y="186021"/>
                </a:lnTo>
                <a:lnTo>
                  <a:pt x="470487" y="191148"/>
                </a:lnTo>
                <a:lnTo>
                  <a:pt x="473159" y="197474"/>
                </a:lnTo>
                <a:lnTo>
                  <a:pt x="473159" y="211217"/>
                </a:lnTo>
                <a:lnTo>
                  <a:pt x="470760" y="216561"/>
                </a:lnTo>
                <a:lnTo>
                  <a:pt x="461270" y="225396"/>
                </a:lnTo>
                <a:lnTo>
                  <a:pt x="455162" y="227578"/>
                </a:lnTo>
                <a:lnTo>
                  <a:pt x="477779" y="227578"/>
                </a:lnTo>
                <a:lnTo>
                  <a:pt x="497329" y="192187"/>
                </a:lnTo>
                <a:lnTo>
                  <a:pt x="497274" y="191148"/>
                </a:lnTo>
                <a:lnTo>
                  <a:pt x="478691" y="157789"/>
                </a:lnTo>
                <a:lnTo>
                  <a:pt x="429912" y="132413"/>
                </a:lnTo>
                <a:lnTo>
                  <a:pt x="423041" y="127668"/>
                </a:lnTo>
                <a:lnTo>
                  <a:pt x="419660" y="123196"/>
                </a:lnTo>
                <a:lnTo>
                  <a:pt x="416169" y="118833"/>
                </a:lnTo>
                <a:lnTo>
                  <a:pt x="414424" y="113598"/>
                </a:lnTo>
                <a:lnTo>
                  <a:pt x="414424" y="102581"/>
                </a:lnTo>
                <a:lnTo>
                  <a:pt x="416769" y="98110"/>
                </a:lnTo>
                <a:lnTo>
                  <a:pt x="426149" y="90038"/>
                </a:lnTo>
                <a:lnTo>
                  <a:pt x="432312" y="88020"/>
                </a:lnTo>
                <a:lnTo>
                  <a:pt x="486084" y="88020"/>
                </a:lnTo>
                <a:lnTo>
                  <a:pt x="486084" y="84585"/>
                </a:lnTo>
                <a:lnTo>
                  <a:pt x="471305" y="84585"/>
                </a:lnTo>
                <a:lnTo>
                  <a:pt x="467597" y="83767"/>
                </a:lnTo>
                <a:lnTo>
                  <a:pt x="453635" y="79622"/>
                </a:lnTo>
                <a:lnTo>
                  <a:pt x="446491" y="78368"/>
                </a:lnTo>
                <a:close/>
              </a:path>
              <a:path w="4235450" h="238125">
                <a:moveTo>
                  <a:pt x="486084" y="88020"/>
                </a:moveTo>
                <a:lnTo>
                  <a:pt x="439947" y="88020"/>
                </a:lnTo>
                <a:lnTo>
                  <a:pt x="447135" y="88562"/>
                </a:lnTo>
                <a:lnTo>
                  <a:pt x="453649" y="90188"/>
                </a:lnTo>
                <a:lnTo>
                  <a:pt x="480685" y="129413"/>
                </a:lnTo>
                <a:lnTo>
                  <a:pt x="486084" y="129413"/>
                </a:lnTo>
                <a:lnTo>
                  <a:pt x="486084" y="88020"/>
                </a:lnTo>
                <a:close/>
              </a:path>
              <a:path w="4235450" h="238125">
                <a:moveTo>
                  <a:pt x="486084" y="78368"/>
                </a:moveTo>
                <a:lnTo>
                  <a:pt x="480685" y="78368"/>
                </a:lnTo>
                <a:lnTo>
                  <a:pt x="479376" y="80985"/>
                </a:lnTo>
                <a:lnTo>
                  <a:pt x="478231" y="82676"/>
                </a:lnTo>
                <a:lnTo>
                  <a:pt x="476268" y="84203"/>
                </a:lnTo>
                <a:lnTo>
                  <a:pt x="474904" y="84585"/>
                </a:lnTo>
                <a:lnTo>
                  <a:pt x="486084" y="84585"/>
                </a:lnTo>
                <a:lnTo>
                  <a:pt x="486084" y="78368"/>
                </a:lnTo>
                <a:close/>
              </a:path>
              <a:path w="4235450" h="238125">
                <a:moveTo>
                  <a:pt x="584661" y="226760"/>
                </a:moveTo>
                <a:lnTo>
                  <a:pt x="510383" y="226760"/>
                </a:lnTo>
                <a:lnTo>
                  <a:pt x="510383" y="232649"/>
                </a:lnTo>
                <a:lnTo>
                  <a:pt x="584661" y="232649"/>
                </a:lnTo>
                <a:lnTo>
                  <a:pt x="584661" y="226760"/>
                </a:lnTo>
                <a:close/>
              </a:path>
              <a:path w="4235450" h="238125">
                <a:moveTo>
                  <a:pt x="671373" y="226760"/>
                </a:moveTo>
                <a:lnTo>
                  <a:pt x="597750" y="226760"/>
                </a:lnTo>
                <a:lnTo>
                  <a:pt x="597750" y="232649"/>
                </a:lnTo>
                <a:lnTo>
                  <a:pt x="671373" y="232649"/>
                </a:lnTo>
                <a:lnTo>
                  <a:pt x="671373" y="226760"/>
                </a:lnTo>
                <a:close/>
              </a:path>
              <a:path w="4235450" h="238125">
                <a:moveTo>
                  <a:pt x="560447" y="21432"/>
                </a:moveTo>
                <a:lnTo>
                  <a:pt x="524344" y="21432"/>
                </a:lnTo>
                <a:lnTo>
                  <a:pt x="526580" y="22141"/>
                </a:lnTo>
                <a:lnTo>
                  <a:pt x="528216" y="23559"/>
                </a:lnTo>
                <a:lnTo>
                  <a:pt x="533206" y="51546"/>
                </a:lnTo>
                <a:lnTo>
                  <a:pt x="533196" y="209035"/>
                </a:lnTo>
                <a:lnTo>
                  <a:pt x="526090" y="223651"/>
                </a:lnTo>
                <a:lnTo>
                  <a:pt x="522272" y="225723"/>
                </a:lnTo>
                <a:lnTo>
                  <a:pt x="517037" y="226760"/>
                </a:lnTo>
                <a:lnTo>
                  <a:pt x="577026" y="226760"/>
                </a:lnTo>
                <a:lnTo>
                  <a:pt x="571987" y="225996"/>
                </a:lnTo>
                <a:lnTo>
                  <a:pt x="571732" y="225996"/>
                </a:lnTo>
                <a:lnTo>
                  <a:pt x="568464" y="224305"/>
                </a:lnTo>
                <a:lnTo>
                  <a:pt x="560447" y="209035"/>
                </a:lnTo>
                <a:lnTo>
                  <a:pt x="560447" y="119597"/>
                </a:lnTo>
                <a:lnTo>
                  <a:pt x="566286" y="113676"/>
                </a:lnTo>
                <a:lnTo>
                  <a:pt x="570826" y="109617"/>
                </a:lnTo>
                <a:lnTo>
                  <a:pt x="560447" y="109617"/>
                </a:lnTo>
                <a:lnTo>
                  <a:pt x="560447" y="21432"/>
                </a:lnTo>
                <a:close/>
              </a:path>
              <a:path w="4235450" h="238125">
                <a:moveTo>
                  <a:pt x="642325" y="98164"/>
                </a:moveTo>
                <a:lnTo>
                  <a:pt x="603149" y="98164"/>
                </a:lnTo>
                <a:lnTo>
                  <a:pt x="607993" y="99582"/>
                </a:lnTo>
                <a:lnTo>
                  <a:pt x="607775" y="99582"/>
                </a:lnTo>
                <a:lnTo>
                  <a:pt x="611329" y="102091"/>
                </a:lnTo>
                <a:lnTo>
                  <a:pt x="615038" y="104599"/>
                </a:lnTo>
                <a:lnTo>
                  <a:pt x="617710" y="108417"/>
                </a:lnTo>
                <a:lnTo>
                  <a:pt x="621800" y="212417"/>
                </a:lnTo>
                <a:lnTo>
                  <a:pt x="621473" y="214162"/>
                </a:lnTo>
                <a:lnTo>
                  <a:pt x="620482" y="217925"/>
                </a:lnTo>
                <a:lnTo>
                  <a:pt x="620382" y="218307"/>
                </a:lnTo>
                <a:lnTo>
                  <a:pt x="618473" y="221470"/>
                </a:lnTo>
                <a:lnTo>
                  <a:pt x="615746" y="223651"/>
                </a:lnTo>
                <a:lnTo>
                  <a:pt x="613020" y="225723"/>
                </a:lnTo>
                <a:lnTo>
                  <a:pt x="608166" y="226760"/>
                </a:lnTo>
                <a:lnTo>
                  <a:pt x="664392" y="226760"/>
                </a:lnTo>
                <a:lnTo>
                  <a:pt x="659593" y="225996"/>
                </a:lnTo>
                <a:lnTo>
                  <a:pt x="654358" y="222942"/>
                </a:lnTo>
                <a:lnTo>
                  <a:pt x="652504" y="220870"/>
                </a:lnTo>
                <a:lnTo>
                  <a:pt x="651270" y="217925"/>
                </a:lnTo>
                <a:lnTo>
                  <a:pt x="649886" y="214762"/>
                </a:lnTo>
                <a:lnTo>
                  <a:pt x="649212" y="209035"/>
                </a:lnTo>
                <a:lnTo>
                  <a:pt x="649122" y="145774"/>
                </a:lnTo>
                <a:lnTo>
                  <a:pt x="648952" y="134557"/>
                </a:lnTo>
                <a:lnTo>
                  <a:pt x="643534" y="100536"/>
                </a:lnTo>
                <a:lnTo>
                  <a:pt x="642325" y="98164"/>
                </a:lnTo>
                <a:close/>
              </a:path>
              <a:path w="4235450" h="238125">
                <a:moveTo>
                  <a:pt x="619019" y="78368"/>
                </a:moveTo>
                <a:lnTo>
                  <a:pt x="603421" y="78368"/>
                </a:lnTo>
                <a:lnTo>
                  <a:pt x="596332" y="80276"/>
                </a:lnTo>
                <a:lnTo>
                  <a:pt x="560447" y="109617"/>
                </a:lnTo>
                <a:lnTo>
                  <a:pt x="570826" y="109617"/>
                </a:lnTo>
                <a:lnTo>
                  <a:pt x="571695" y="108839"/>
                </a:lnTo>
                <a:lnTo>
                  <a:pt x="576675" y="105087"/>
                </a:lnTo>
                <a:lnTo>
                  <a:pt x="581225" y="102418"/>
                </a:lnTo>
                <a:lnTo>
                  <a:pt x="587006" y="99582"/>
                </a:lnTo>
                <a:lnTo>
                  <a:pt x="592569" y="98164"/>
                </a:lnTo>
                <a:lnTo>
                  <a:pt x="642325" y="98164"/>
                </a:lnTo>
                <a:lnTo>
                  <a:pt x="640410" y="94442"/>
                </a:lnTo>
                <a:lnTo>
                  <a:pt x="636719" y="89421"/>
                </a:lnTo>
                <a:lnTo>
                  <a:pt x="632434" y="85403"/>
                </a:lnTo>
                <a:lnTo>
                  <a:pt x="626326" y="80713"/>
                </a:lnTo>
                <a:lnTo>
                  <a:pt x="619019" y="78368"/>
                </a:lnTo>
                <a:close/>
              </a:path>
              <a:path w="4235450" h="238125">
                <a:moveTo>
                  <a:pt x="560447" y="0"/>
                </a:moveTo>
                <a:lnTo>
                  <a:pt x="552921" y="0"/>
                </a:lnTo>
                <a:lnTo>
                  <a:pt x="508093" y="18324"/>
                </a:lnTo>
                <a:lnTo>
                  <a:pt x="510383" y="24050"/>
                </a:lnTo>
                <a:lnTo>
                  <a:pt x="515510" y="22305"/>
                </a:lnTo>
                <a:lnTo>
                  <a:pt x="519218" y="21432"/>
                </a:lnTo>
                <a:lnTo>
                  <a:pt x="560447" y="21432"/>
                </a:lnTo>
                <a:lnTo>
                  <a:pt x="560447" y="0"/>
                </a:lnTo>
                <a:close/>
              </a:path>
              <a:path w="4235450" h="238125">
                <a:moveTo>
                  <a:pt x="781784" y="88457"/>
                </a:moveTo>
                <a:lnTo>
                  <a:pt x="747042" y="88457"/>
                </a:lnTo>
                <a:lnTo>
                  <a:pt x="753644" y="91129"/>
                </a:lnTo>
                <a:lnTo>
                  <a:pt x="758334" y="96692"/>
                </a:lnTo>
                <a:lnTo>
                  <a:pt x="765532" y="133340"/>
                </a:lnTo>
                <a:lnTo>
                  <a:pt x="747597" y="140109"/>
                </a:lnTo>
                <a:lnTo>
                  <a:pt x="732402" y="146346"/>
                </a:lnTo>
                <a:lnTo>
                  <a:pt x="696163" y="167370"/>
                </a:lnTo>
                <a:lnTo>
                  <a:pt x="682093" y="189839"/>
                </a:lnTo>
                <a:lnTo>
                  <a:pt x="682151" y="197924"/>
                </a:lnTo>
                <a:lnTo>
                  <a:pt x="682340" y="200419"/>
                </a:lnTo>
                <a:lnTo>
                  <a:pt x="682451" y="201891"/>
                </a:lnTo>
                <a:lnTo>
                  <a:pt x="682571" y="203476"/>
                </a:lnTo>
                <a:lnTo>
                  <a:pt x="682600" y="203855"/>
                </a:lnTo>
                <a:lnTo>
                  <a:pt x="682716" y="205399"/>
                </a:lnTo>
                <a:lnTo>
                  <a:pt x="684447" y="212253"/>
                </a:lnTo>
                <a:lnTo>
                  <a:pt x="684488" y="212417"/>
                </a:lnTo>
                <a:lnTo>
                  <a:pt x="684588" y="212812"/>
                </a:lnTo>
                <a:lnTo>
                  <a:pt x="717759" y="235758"/>
                </a:lnTo>
                <a:lnTo>
                  <a:pt x="724412" y="235758"/>
                </a:lnTo>
                <a:lnTo>
                  <a:pt x="758022" y="216780"/>
                </a:lnTo>
                <a:lnTo>
                  <a:pt x="726703" y="216780"/>
                </a:lnTo>
                <a:lnTo>
                  <a:pt x="721304" y="214216"/>
                </a:lnTo>
                <a:lnTo>
                  <a:pt x="716614" y="209090"/>
                </a:lnTo>
                <a:lnTo>
                  <a:pt x="711924" y="203855"/>
                </a:lnTo>
                <a:lnTo>
                  <a:pt x="709579" y="197310"/>
                </a:lnTo>
                <a:lnTo>
                  <a:pt x="709579" y="183240"/>
                </a:lnTo>
                <a:lnTo>
                  <a:pt x="738323" y="154823"/>
                </a:lnTo>
                <a:lnTo>
                  <a:pt x="765532" y="143320"/>
                </a:lnTo>
                <a:lnTo>
                  <a:pt x="792539" y="143320"/>
                </a:lnTo>
                <a:lnTo>
                  <a:pt x="792436" y="124778"/>
                </a:lnTo>
                <a:lnTo>
                  <a:pt x="786529" y="93747"/>
                </a:lnTo>
                <a:lnTo>
                  <a:pt x="781784" y="88457"/>
                </a:lnTo>
                <a:close/>
              </a:path>
              <a:path w="4235450" h="238125">
                <a:moveTo>
                  <a:pt x="794271" y="211053"/>
                </a:moveTo>
                <a:lnTo>
                  <a:pt x="765532" y="211053"/>
                </a:lnTo>
                <a:lnTo>
                  <a:pt x="765642" y="219997"/>
                </a:lnTo>
                <a:lnTo>
                  <a:pt x="767278" y="226323"/>
                </a:lnTo>
                <a:lnTo>
                  <a:pt x="773604" y="233740"/>
                </a:lnTo>
                <a:lnTo>
                  <a:pt x="777858" y="235594"/>
                </a:lnTo>
                <a:lnTo>
                  <a:pt x="783202" y="235594"/>
                </a:lnTo>
                <a:lnTo>
                  <a:pt x="791648" y="234061"/>
                </a:lnTo>
                <a:lnTo>
                  <a:pt x="800299" y="229459"/>
                </a:lnTo>
                <a:lnTo>
                  <a:pt x="809154" y="221790"/>
                </a:lnTo>
                <a:lnTo>
                  <a:pt x="814901" y="214980"/>
                </a:lnTo>
                <a:lnTo>
                  <a:pt x="798745" y="214980"/>
                </a:lnTo>
                <a:lnTo>
                  <a:pt x="797272" y="214434"/>
                </a:lnTo>
                <a:lnTo>
                  <a:pt x="795963" y="213344"/>
                </a:lnTo>
                <a:lnTo>
                  <a:pt x="794764" y="212253"/>
                </a:lnTo>
                <a:lnTo>
                  <a:pt x="794271" y="211053"/>
                </a:lnTo>
                <a:close/>
              </a:path>
              <a:path w="4235450" h="238125">
                <a:moveTo>
                  <a:pt x="792539" y="143320"/>
                </a:moveTo>
                <a:lnTo>
                  <a:pt x="765532" y="143320"/>
                </a:lnTo>
                <a:lnTo>
                  <a:pt x="765532" y="200419"/>
                </a:lnTo>
                <a:lnTo>
                  <a:pt x="755880" y="207577"/>
                </a:lnTo>
                <a:lnTo>
                  <a:pt x="747671" y="212417"/>
                </a:lnTo>
                <a:lnTo>
                  <a:pt x="746901" y="212812"/>
                </a:lnTo>
                <a:lnTo>
                  <a:pt x="739519" y="215757"/>
                </a:lnTo>
                <a:lnTo>
                  <a:pt x="732811" y="216780"/>
                </a:lnTo>
                <a:lnTo>
                  <a:pt x="758022" y="216780"/>
                </a:lnTo>
                <a:lnTo>
                  <a:pt x="765532" y="211053"/>
                </a:lnTo>
                <a:lnTo>
                  <a:pt x="794271" y="211053"/>
                </a:lnTo>
                <a:lnTo>
                  <a:pt x="793891" y="210126"/>
                </a:lnTo>
                <a:lnTo>
                  <a:pt x="792579" y="190306"/>
                </a:lnTo>
                <a:lnTo>
                  <a:pt x="792539" y="143320"/>
                </a:lnTo>
                <a:close/>
              </a:path>
              <a:path w="4235450" h="238125">
                <a:moveTo>
                  <a:pt x="818214" y="201891"/>
                </a:moveTo>
                <a:lnTo>
                  <a:pt x="802126" y="214980"/>
                </a:lnTo>
                <a:lnTo>
                  <a:pt x="814901" y="214980"/>
                </a:lnTo>
                <a:lnTo>
                  <a:pt x="818214" y="211053"/>
                </a:lnTo>
                <a:lnTo>
                  <a:pt x="818214" y="201891"/>
                </a:lnTo>
                <a:close/>
              </a:path>
              <a:path w="4235450" h="238125">
                <a:moveTo>
                  <a:pt x="742627" y="78368"/>
                </a:moveTo>
                <a:lnTo>
                  <a:pt x="702159" y="90202"/>
                </a:lnTo>
                <a:lnTo>
                  <a:pt x="687819" y="115997"/>
                </a:lnTo>
                <a:lnTo>
                  <a:pt x="687907" y="121178"/>
                </a:lnTo>
                <a:lnTo>
                  <a:pt x="697526" y="131867"/>
                </a:lnTo>
                <a:lnTo>
                  <a:pt x="705707" y="131867"/>
                </a:lnTo>
                <a:lnTo>
                  <a:pt x="709033" y="130504"/>
                </a:lnTo>
                <a:lnTo>
                  <a:pt x="711542" y="127777"/>
                </a:lnTo>
                <a:lnTo>
                  <a:pt x="714160" y="125050"/>
                </a:lnTo>
                <a:lnTo>
                  <a:pt x="715469" y="121178"/>
                </a:lnTo>
                <a:lnTo>
                  <a:pt x="715463" y="115997"/>
                </a:lnTo>
                <a:lnTo>
                  <a:pt x="715313" y="111662"/>
                </a:lnTo>
                <a:lnTo>
                  <a:pt x="715204" y="101743"/>
                </a:lnTo>
                <a:lnTo>
                  <a:pt x="717214" y="97619"/>
                </a:lnTo>
                <a:lnTo>
                  <a:pt x="721358" y="93910"/>
                </a:lnTo>
                <a:lnTo>
                  <a:pt x="725394" y="90202"/>
                </a:lnTo>
                <a:lnTo>
                  <a:pt x="730527" y="88457"/>
                </a:lnTo>
                <a:lnTo>
                  <a:pt x="781784" y="88457"/>
                </a:lnTo>
                <a:lnTo>
                  <a:pt x="775349" y="85075"/>
                </a:lnTo>
                <a:lnTo>
                  <a:pt x="768518" y="82141"/>
                </a:lnTo>
                <a:lnTo>
                  <a:pt x="760788" y="80045"/>
                </a:lnTo>
                <a:lnTo>
                  <a:pt x="752158" y="78787"/>
                </a:lnTo>
                <a:lnTo>
                  <a:pt x="742627" y="78368"/>
                </a:lnTo>
                <a:close/>
              </a:path>
              <a:path w="4235450" h="238125">
                <a:moveTo>
                  <a:pt x="888978" y="82785"/>
                </a:moveTo>
                <a:lnTo>
                  <a:pt x="818463" y="82785"/>
                </a:lnTo>
                <a:lnTo>
                  <a:pt x="818463" y="88838"/>
                </a:lnTo>
                <a:lnTo>
                  <a:pt x="824939" y="89875"/>
                </a:lnTo>
                <a:lnTo>
                  <a:pt x="824561" y="89875"/>
                </a:lnTo>
                <a:lnTo>
                  <a:pt x="827570" y="90638"/>
                </a:lnTo>
                <a:lnTo>
                  <a:pt x="829425" y="91620"/>
                </a:lnTo>
                <a:lnTo>
                  <a:pt x="832806" y="93365"/>
                </a:lnTo>
                <a:lnTo>
                  <a:pt x="835587" y="95546"/>
                </a:lnTo>
                <a:lnTo>
                  <a:pt x="837769" y="98164"/>
                </a:lnTo>
                <a:lnTo>
                  <a:pt x="839950" y="100673"/>
                </a:lnTo>
                <a:lnTo>
                  <a:pt x="842121" y="104654"/>
                </a:lnTo>
                <a:lnTo>
                  <a:pt x="842240" y="104872"/>
                </a:lnTo>
                <a:lnTo>
                  <a:pt x="844640" y="110762"/>
                </a:lnTo>
                <a:lnTo>
                  <a:pt x="898140" y="237230"/>
                </a:lnTo>
                <a:lnTo>
                  <a:pt x="904848" y="237230"/>
                </a:lnTo>
                <a:lnTo>
                  <a:pt x="921625" y="196656"/>
                </a:lnTo>
                <a:lnTo>
                  <a:pt x="909592" y="196656"/>
                </a:lnTo>
                <a:lnTo>
                  <a:pt x="874744" y="113870"/>
                </a:lnTo>
                <a:lnTo>
                  <a:pt x="872453" y="108635"/>
                </a:lnTo>
                <a:lnTo>
                  <a:pt x="871308" y="104108"/>
                </a:lnTo>
                <a:lnTo>
                  <a:pt x="871308" y="96801"/>
                </a:lnTo>
                <a:lnTo>
                  <a:pt x="880143" y="88838"/>
                </a:lnTo>
                <a:lnTo>
                  <a:pt x="888978" y="88838"/>
                </a:lnTo>
                <a:lnTo>
                  <a:pt x="888978" y="82785"/>
                </a:lnTo>
                <a:close/>
              </a:path>
              <a:path w="4235450" h="238125">
                <a:moveTo>
                  <a:pt x="980107" y="82785"/>
                </a:moveTo>
                <a:lnTo>
                  <a:pt x="931188" y="82785"/>
                </a:lnTo>
                <a:lnTo>
                  <a:pt x="931188" y="88838"/>
                </a:lnTo>
                <a:lnTo>
                  <a:pt x="936860" y="88838"/>
                </a:lnTo>
                <a:lnTo>
                  <a:pt x="941877" y="89275"/>
                </a:lnTo>
                <a:lnTo>
                  <a:pt x="940932" y="89275"/>
                </a:lnTo>
                <a:lnTo>
                  <a:pt x="942663" y="89875"/>
                </a:lnTo>
                <a:lnTo>
                  <a:pt x="944408" y="90420"/>
                </a:lnTo>
                <a:lnTo>
                  <a:pt x="945859" y="91456"/>
                </a:lnTo>
                <a:lnTo>
                  <a:pt x="947058" y="93092"/>
                </a:lnTo>
                <a:lnTo>
                  <a:pt x="947931" y="94074"/>
                </a:lnTo>
                <a:lnTo>
                  <a:pt x="948367" y="95328"/>
                </a:lnTo>
                <a:lnTo>
                  <a:pt x="948367" y="100018"/>
                </a:lnTo>
                <a:lnTo>
                  <a:pt x="947113" y="104654"/>
                </a:lnTo>
                <a:lnTo>
                  <a:pt x="944604" y="110762"/>
                </a:lnTo>
                <a:lnTo>
                  <a:pt x="909592" y="196656"/>
                </a:lnTo>
                <a:lnTo>
                  <a:pt x="921625" y="196656"/>
                </a:lnTo>
                <a:lnTo>
                  <a:pt x="958020" y="108635"/>
                </a:lnTo>
                <a:lnTo>
                  <a:pt x="961074" y="101000"/>
                </a:lnTo>
                <a:lnTo>
                  <a:pt x="964510" y="95546"/>
                </a:lnTo>
                <a:lnTo>
                  <a:pt x="970509" y="90420"/>
                </a:lnTo>
                <a:lnTo>
                  <a:pt x="974435" y="89275"/>
                </a:lnTo>
                <a:lnTo>
                  <a:pt x="980107" y="88838"/>
                </a:lnTo>
                <a:lnTo>
                  <a:pt x="980107" y="82785"/>
                </a:lnTo>
                <a:close/>
              </a:path>
              <a:path w="4235450" h="238125">
                <a:moveTo>
                  <a:pt x="1185278" y="5726"/>
                </a:moveTo>
                <a:lnTo>
                  <a:pt x="1141564" y="14377"/>
                </a:lnTo>
                <a:lnTo>
                  <a:pt x="1104946" y="39470"/>
                </a:lnTo>
                <a:lnTo>
                  <a:pt x="1080763" y="78378"/>
                </a:lnTo>
                <a:lnTo>
                  <a:pt x="1072388" y="125159"/>
                </a:lnTo>
                <a:lnTo>
                  <a:pt x="1073799" y="145099"/>
                </a:lnTo>
                <a:lnTo>
                  <a:pt x="1094966" y="196819"/>
                </a:lnTo>
                <a:lnTo>
                  <a:pt x="1131451" y="227496"/>
                </a:lnTo>
                <a:lnTo>
                  <a:pt x="1180369" y="237721"/>
                </a:lnTo>
                <a:lnTo>
                  <a:pt x="1195145" y="236862"/>
                </a:lnTo>
                <a:lnTo>
                  <a:pt x="1208878" y="234286"/>
                </a:lnTo>
                <a:lnTo>
                  <a:pt x="1221568" y="229991"/>
                </a:lnTo>
                <a:lnTo>
                  <a:pt x="1233215" y="223978"/>
                </a:lnTo>
                <a:lnTo>
                  <a:pt x="1234112" y="223324"/>
                </a:lnTo>
                <a:lnTo>
                  <a:pt x="1192640" y="223324"/>
                </a:lnTo>
                <a:lnTo>
                  <a:pt x="1180543" y="222588"/>
                </a:lnTo>
                <a:lnTo>
                  <a:pt x="1139253" y="205010"/>
                </a:lnTo>
                <a:lnTo>
                  <a:pt x="1115121" y="166133"/>
                </a:lnTo>
                <a:lnTo>
                  <a:pt x="1109691" y="125487"/>
                </a:lnTo>
                <a:lnTo>
                  <a:pt x="1110292" y="108891"/>
                </a:lnTo>
                <a:lnTo>
                  <a:pt x="1110325" y="107991"/>
                </a:lnTo>
                <a:lnTo>
                  <a:pt x="1119835" y="64461"/>
                </a:lnTo>
                <a:lnTo>
                  <a:pt x="1147975" y="28794"/>
                </a:lnTo>
                <a:lnTo>
                  <a:pt x="1187895" y="17506"/>
                </a:lnTo>
                <a:lnTo>
                  <a:pt x="1232724" y="17506"/>
                </a:lnTo>
                <a:lnTo>
                  <a:pt x="1220985" y="12352"/>
                </a:lnTo>
                <a:lnTo>
                  <a:pt x="1209164" y="8671"/>
                </a:lnTo>
                <a:lnTo>
                  <a:pt x="1197262" y="6462"/>
                </a:lnTo>
                <a:lnTo>
                  <a:pt x="1185278" y="5726"/>
                </a:lnTo>
                <a:close/>
              </a:path>
              <a:path w="4235450" h="238125">
                <a:moveTo>
                  <a:pt x="1267081" y="177350"/>
                </a:moveTo>
                <a:lnTo>
                  <a:pt x="1239227" y="208364"/>
                </a:lnTo>
                <a:lnTo>
                  <a:pt x="1203121" y="222751"/>
                </a:lnTo>
                <a:lnTo>
                  <a:pt x="1192640" y="223324"/>
                </a:lnTo>
                <a:lnTo>
                  <a:pt x="1234112" y="223324"/>
                </a:lnTo>
                <a:lnTo>
                  <a:pt x="1243992" y="216115"/>
                </a:lnTo>
                <a:lnTo>
                  <a:pt x="1254075" y="206268"/>
                </a:lnTo>
                <a:lnTo>
                  <a:pt x="1263462" y="194437"/>
                </a:lnTo>
                <a:lnTo>
                  <a:pt x="1272153" y="180622"/>
                </a:lnTo>
                <a:lnTo>
                  <a:pt x="1267081" y="177350"/>
                </a:lnTo>
                <a:close/>
              </a:path>
              <a:path w="4235450" h="238125">
                <a:moveTo>
                  <a:pt x="1232724" y="17506"/>
                </a:moveTo>
                <a:lnTo>
                  <a:pt x="1187895" y="17506"/>
                </a:lnTo>
                <a:lnTo>
                  <a:pt x="1200595" y="18436"/>
                </a:lnTo>
                <a:lnTo>
                  <a:pt x="1212355" y="21228"/>
                </a:lnTo>
                <a:lnTo>
                  <a:pt x="1249698" y="52027"/>
                </a:lnTo>
                <a:lnTo>
                  <a:pt x="1262010" y="81149"/>
                </a:lnTo>
                <a:lnTo>
                  <a:pt x="1267081" y="81149"/>
                </a:lnTo>
                <a:lnTo>
                  <a:pt x="1263052" y="21228"/>
                </a:lnTo>
                <a:lnTo>
                  <a:pt x="1240912" y="21228"/>
                </a:lnTo>
                <a:lnTo>
                  <a:pt x="1237305" y="19905"/>
                </a:lnTo>
                <a:lnTo>
                  <a:pt x="1232724" y="17506"/>
                </a:lnTo>
                <a:close/>
              </a:path>
              <a:path w="4235450" h="238125">
                <a:moveTo>
                  <a:pt x="1262010" y="5726"/>
                </a:moveTo>
                <a:lnTo>
                  <a:pt x="1256283" y="5726"/>
                </a:lnTo>
                <a:lnTo>
                  <a:pt x="1255083" y="10961"/>
                </a:lnTo>
                <a:lnTo>
                  <a:pt x="1253066" y="15051"/>
                </a:lnTo>
                <a:lnTo>
                  <a:pt x="1250230" y="17996"/>
                </a:lnTo>
                <a:lnTo>
                  <a:pt x="1248048" y="20069"/>
                </a:lnTo>
                <a:lnTo>
                  <a:pt x="1245182" y="21228"/>
                </a:lnTo>
                <a:lnTo>
                  <a:pt x="1263052" y="21228"/>
                </a:lnTo>
                <a:lnTo>
                  <a:pt x="1262074" y="6687"/>
                </a:lnTo>
                <a:lnTo>
                  <a:pt x="1262010" y="5726"/>
                </a:lnTo>
                <a:close/>
              </a:path>
              <a:path w="4235450" h="238125">
                <a:moveTo>
                  <a:pt x="1359114" y="226760"/>
                </a:moveTo>
                <a:lnTo>
                  <a:pt x="1284836" y="226760"/>
                </a:lnTo>
                <a:lnTo>
                  <a:pt x="1284836" y="232649"/>
                </a:lnTo>
                <a:lnTo>
                  <a:pt x="1359114" y="232649"/>
                </a:lnTo>
                <a:lnTo>
                  <a:pt x="1359114" y="226760"/>
                </a:lnTo>
                <a:close/>
              </a:path>
              <a:path w="4235450" h="238125">
                <a:moveTo>
                  <a:pt x="1445826" y="226760"/>
                </a:moveTo>
                <a:lnTo>
                  <a:pt x="1372203" y="226760"/>
                </a:lnTo>
                <a:lnTo>
                  <a:pt x="1372203" y="232649"/>
                </a:lnTo>
                <a:lnTo>
                  <a:pt x="1445826" y="232649"/>
                </a:lnTo>
                <a:lnTo>
                  <a:pt x="1445826" y="226760"/>
                </a:lnTo>
                <a:close/>
              </a:path>
              <a:path w="4235450" h="238125">
                <a:moveTo>
                  <a:pt x="1334900" y="21432"/>
                </a:moveTo>
                <a:lnTo>
                  <a:pt x="1298797" y="21432"/>
                </a:lnTo>
                <a:lnTo>
                  <a:pt x="1301033" y="22141"/>
                </a:lnTo>
                <a:lnTo>
                  <a:pt x="1302669" y="23559"/>
                </a:lnTo>
                <a:lnTo>
                  <a:pt x="1307659" y="51546"/>
                </a:lnTo>
                <a:lnTo>
                  <a:pt x="1307649" y="209035"/>
                </a:lnTo>
                <a:lnTo>
                  <a:pt x="1300542" y="223651"/>
                </a:lnTo>
                <a:lnTo>
                  <a:pt x="1296725" y="225723"/>
                </a:lnTo>
                <a:lnTo>
                  <a:pt x="1291489" y="226760"/>
                </a:lnTo>
                <a:lnTo>
                  <a:pt x="1351479" y="226760"/>
                </a:lnTo>
                <a:lnTo>
                  <a:pt x="1346440" y="225996"/>
                </a:lnTo>
                <a:lnTo>
                  <a:pt x="1346185" y="225996"/>
                </a:lnTo>
                <a:lnTo>
                  <a:pt x="1342917" y="224305"/>
                </a:lnTo>
                <a:lnTo>
                  <a:pt x="1334900" y="209035"/>
                </a:lnTo>
                <a:lnTo>
                  <a:pt x="1334900" y="119597"/>
                </a:lnTo>
                <a:lnTo>
                  <a:pt x="1340739" y="113676"/>
                </a:lnTo>
                <a:lnTo>
                  <a:pt x="1345279" y="109617"/>
                </a:lnTo>
                <a:lnTo>
                  <a:pt x="1334900" y="109617"/>
                </a:lnTo>
                <a:lnTo>
                  <a:pt x="1334900" y="21432"/>
                </a:lnTo>
                <a:close/>
              </a:path>
              <a:path w="4235450" h="238125">
                <a:moveTo>
                  <a:pt x="1416778" y="98164"/>
                </a:moveTo>
                <a:lnTo>
                  <a:pt x="1377602" y="98164"/>
                </a:lnTo>
                <a:lnTo>
                  <a:pt x="1382446" y="99582"/>
                </a:lnTo>
                <a:lnTo>
                  <a:pt x="1382228" y="99582"/>
                </a:lnTo>
                <a:lnTo>
                  <a:pt x="1385782" y="102091"/>
                </a:lnTo>
                <a:lnTo>
                  <a:pt x="1389490" y="104599"/>
                </a:lnTo>
                <a:lnTo>
                  <a:pt x="1392163" y="108417"/>
                </a:lnTo>
                <a:lnTo>
                  <a:pt x="1396253" y="212417"/>
                </a:lnTo>
                <a:lnTo>
                  <a:pt x="1395926" y="214162"/>
                </a:lnTo>
                <a:lnTo>
                  <a:pt x="1382619" y="226760"/>
                </a:lnTo>
                <a:lnTo>
                  <a:pt x="1438845" y="226760"/>
                </a:lnTo>
                <a:lnTo>
                  <a:pt x="1434046" y="225996"/>
                </a:lnTo>
                <a:lnTo>
                  <a:pt x="1428811" y="222942"/>
                </a:lnTo>
                <a:lnTo>
                  <a:pt x="1426957" y="220870"/>
                </a:lnTo>
                <a:lnTo>
                  <a:pt x="1425723" y="217925"/>
                </a:lnTo>
                <a:lnTo>
                  <a:pt x="1424339" y="214762"/>
                </a:lnTo>
                <a:lnTo>
                  <a:pt x="1423665" y="209035"/>
                </a:lnTo>
                <a:lnTo>
                  <a:pt x="1423575" y="145774"/>
                </a:lnTo>
                <a:lnTo>
                  <a:pt x="1423405" y="134557"/>
                </a:lnTo>
                <a:lnTo>
                  <a:pt x="1417987" y="100536"/>
                </a:lnTo>
                <a:lnTo>
                  <a:pt x="1416778" y="98164"/>
                </a:lnTo>
                <a:close/>
              </a:path>
              <a:path w="4235450" h="238125">
                <a:moveTo>
                  <a:pt x="1393471" y="78368"/>
                </a:moveTo>
                <a:lnTo>
                  <a:pt x="1377874" y="78368"/>
                </a:lnTo>
                <a:lnTo>
                  <a:pt x="1370785" y="80276"/>
                </a:lnTo>
                <a:lnTo>
                  <a:pt x="1334900" y="109617"/>
                </a:lnTo>
                <a:lnTo>
                  <a:pt x="1345279" y="109617"/>
                </a:lnTo>
                <a:lnTo>
                  <a:pt x="1346148" y="108839"/>
                </a:lnTo>
                <a:lnTo>
                  <a:pt x="1351128" y="105087"/>
                </a:lnTo>
                <a:lnTo>
                  <a:pt x="1355678" y="102418"/>
                </a:lnTo>
                <a:lnTo>
                  <a:pt x="1361459" y="99582"/>
                </a:lnTo>
                <a:lnTo>
                  <a:pt x="1367022" y="98164"/>
                </a:lnTo>
                <a:lnTo>
                  <a:pt x="1416778" y="98164"/>
                </a:lnTo>
                <a:lnTo>
                  <a:pt x="1414863" y="94442"/>
                </a:lnTo>
                <a:lnTo>
                  <a:pt x="1411172" y="89421"/>
                </a:lnTo>
                <a:lnTo>
                  <a:pt x="1406887" y="85403"/>
                </a:lnTo>
                <a:lnTo>
                  <a:pt x="1400779" y="80713"/>
                </a:lnTo>
                <a:lnTo>
                  <a:pt x="1393471" y="78368"/>
                </a:lnTo>
                <a:close/>
              </a:path>
              <a:path w="4235450" h="238125">
                <a:moveTo>
                  <a:pt x="1334900" y="0"/>
                </a:moveTo>
                <a:lnTo>
                  <a:pt x="1327374" y="0"/>
                </a:lnTo>
                <a:lnTo>
                  <a:pt x="1282546" y="18324"/>
                </a:lnTo>
                <a:lnTo>
                  <a:pt x="1284836" y="24050"/>
                </a:lnTo>
                <a:lnTo>
                  <a:pt x="1289962" y="22305"/>
                </a:lnTo>
                <a:lnTo>
                  <a:pt x="1293671" y="21432"/>
                </a:lnTo>
                <a:lnTo>
                  <a:pt x="1334900" y="21432"/>
                </a:lnTo>
                <a:lnTo>
                  <a:pt x="1334900" y="0"/>
                </a:lnTo>
                <a:close/>
              </a:path>
              <a:path w="4235450" h="238125">
                <a:moveTo>
                  <a:pt x="1556237" y="88457"/>
                </a:moveTo>
                <a:lnTo>
                  <a:pt x="1521494" y="88457"/>
                </a:lnTo>
                <a:lnTo>
                  <a:pt x="1528096" y="91129"/>
                </a:lnTo>
                <a:lnTo>
                  <a:pt x="1532787" y="96692"/>
                </a:lnTo>
                <a:lnTo>
                  <a:pt x="1539985" y="133340"/>
                </a:lnTo>
                <a:lnTo>
                  <a:pt x="1522050" y="140109"/>
                </a:lnTo>
                <a:lnTo>
                  <a:pt x="1506855" y="146346"/>
                </a:lnTo>
                <a:lnTo>
                  <a:pt x="1470616" y="167370"/>
                </a:lnTo>
                <a:lnTo>
                  <a:pt x="1456545" y="189839"/>
                </a:lnTo>
                <a:lnTo>
                  <a:pt x="1456604" y="197924"/>
                </a:lnTo>
                <a:lnTo>
                  <a:pt x="1456793" y="200419"/>
                </a:lnTo>
                <a:lnTo>
                  <a:pt x="1456904" y="201891"/>
                </a:lnTo>
                <a:lnTo>
                  <a:pt x="1457024" y="203476"/>
                </a:lnTo>
                <a:lnTo>
                  <a:pt x="1457052" y="203855"/>
                </a:lnTo>
                <a:lnTo>
                  <a:pt x="1457169" y="205399"/>
                </a:lnTo>
                <a:lnTo>
                  <a:pt x="1458899" y="212253"/>
                </a:lnTo>
                <a:lnTo>
                  <a:pt x="1492212" y="235758"/>
                </a:lnTo>
                <a:lnTo>
                  <a:pt x="1498865" y="235758"/>
                </a:lnTo>
                <a:lnTo>
                  <a:pt x="1532475" y="216780"/>
                </a:lnTo>
                <a:lnTo>
                  <a:pt x="1501156" y="216780"/>
                </a:lnTo>
                <a:lnTo>
                  <a:pt x="1495757" y="214216"/>
                </a:lnTo>
                <a:lnTo>
                  <a:pt x="1491067" y="209090"/>
                </a:lnTo>
                <a:lnTo>
                  <a:pt x="1486376" y="203855"/>
                </a:lnTo>
                <a:lnTo>
                  <a:pt x="1484031" y="197310"/>
                </a:lnTo>
                <a:lnTo>
                  <a:pt x="1484031" y="183240"/>
                </a:lnTo>
                <a:lnTo>
                  <a:pt x="1512775" y="154823"/>
                </a:lnTo>
                <a:lnTo>
                  <a:pt x="1539985" y="143320"/>
                </a:lnTo>
                <a:lnTo>
                  <a:pt x="1566992" y="143320"/>
                </a:lnTo>
                <a:lnTo>
                  <a:pt x="1566889" y="124778"/>
                </a:lnTo>
                <a:lnTo>
                  <a:pt x="1561051" y="93910"/>
                </a:lnTo>
                <a:lnTo>
                  <a:pt x="1560982" y="93747"/>
                </a:lnTo>
                <a:lnTo>
                  <a:pt x="1556237" y="88457"/>
                </a:lnTo>
                <a:close/>
              </a:path>
              <a:path w="4235450" h="238125">
                <a:moveTo>
                  <a:pt x="1568724" y="211053"/>
                </a:moveTo>
                <a:lnTo>
                  <a:pt x="1539985" y="211053"/>
                </a:lnTo>
                <a:lnTo>
                  <a:pt x="1540094" y="219997"/>
                </a:lnTo>
                <a:lnTo>
                  <a:pt x="1541730" y="226323"/>
                </a:lnTo>
                <a:lnTo>
                  <a:pt x="1548057" y="233740"/>
                </a:lnTo>
                <a:lnTo>
                  <a:pt x="1552310" y="235594"/>
                </a:lnTo>
                <a:lnTo>
                  <a:pt x="1557655" y="235594"/>
                </a:lnTo>
                <a:lnTo>
                  <a:pt x="1566101" y="234061"/>
                </a:lnTo>
                <a:lnTo>
                  <a:pt x="1574752" y="229459"/>
                </a:lnTo>
                <a:lnTo>
                  <a:pt x="1583607" y="221790"/>
                </a:lnTo>
                <a:lnTo>
                  <a:pt x="1589354" y="214980"/>
                </a:lnTo>
                <a:lnTo>
                  <a:pt x="1573198" y="214980"/>
                </a:lnTo>
                <a:lnTo>
                  <a:pt x="1571725" y="214434"/>
                </a:lnTo>
                <a:lnTo>
                  <a:pt x="1570416" y="213344"/>
                </a:lnTo>
                <a:lnTo>
                  <a:pt x="1569217" y="212253"/>
                </a:lnTo>
                <a:lnTo>
                  <a:pt x="1568724" y="211053"/>
                </a:lnTo>
                <a:close/>
              </a:path>
              <a:path w="4235450" h="238125">
                <a:moveTo>
                  <a:pt x="1566992" y="143320"/>
                </a:moveTo>
                <a:lnTo>
                  <a:pt x="1539985" y="143320"/>
                </a:lnTo>
                <a:lnTo>
                  <a:pt x="1539985" y="200419"/>
                </a:lnTo>
                <a:lnTo>
                  <a:pt x="1530332" y="207577"/>
                </a:lnTo>
                <a:lnTo>
                  <a:pt x="1522124" y="212417"/>
                </a:lnTo>
                <a:lnTo>
                  <a:pt x="1521354" y="212812"/>
                </a:lnTo>
                <a:lnTo>
                  <a:pt x="1513972" y="215757"/>
                </a:lnTo>
                <a:lnTo>
                  <a:pt x="1507264" y="216780"/>
                </a:lnTo>
                <a:lnTo>
                  <a:pt x="1532475" y="216780"/>
                </a:lnTo>
                <a:lnTo>
                  <a:pt x="1539985" y="211053"/>
                </a:lnTo>
                <a:lnTo>
                  <a:pt x="1568724" y="211053"/>
                </a:lnTo>
                <a:lnTo>
                  <a:pt x="1568344" y="210126"/>
                </a:lnTo>
                <a:lnTo>
                  <a:pt x="1567904" y="207577"/>
                </a:lnTo>
                <a:lnTo>
                  <a:pt x="1567799" y="206963"/>
                </a:lnTo>
                <a:lnTo>
                  <a:pt x="1567480" y="203855"/>
                </a:lnTo>
                <a:lnTo>
                  <a:pt x="1567368" y="201891"/>
                </a:lnTo>
                <a:lnTo>
                  <a:pt x="1567300" y="200419"/>
                </a:lnTo>
                <a:lnTo>
                  <a:pt x="1567185" y="197924"/>
                </a:lnTo>
                <a:lnTo>
                  <a:pt x="1567032" y="190306"/>
                </a:lnTo>
                <a:lnTo>
                  <a:pt x="1566992" y="143320"/>
                </a:lnTo>
                <a:close/>
              </a:path>
              <a:path w="4235450" h="238125">
                <a:moveTo>
                  <a:pt x="1592667" y="201891"/>
                </a:moveTo>
                <a:lnTo>
                  <a:pt x="1576579" y="214980"/>
                </a:lnTo>
                <a:lnTo>
                  <a:pt x="1589354" y="214980"/>
                </a:lnTo>
                <a:lnTo>
                  <a:pt x="1592667" y="211053"/>
                </a:lnTo>
                <a:lnTo>
                  <a:pt x="1592667" y="201891"/>
                </a:lnTo>
                <a:close/>
              </a:path>
              <a:path w="4235450" h="238125">
                <a:moveTo>
                  <a:pt x="1517080" y="78368"/>
                </a:moveTo>
                <a:lnTo>
                  <a:pt x="1476612" y="90202"/>
                </a:lnTo>
                <a:lnTo>
                  <a:pt x="1462272" y="115997"/>
                </a:lnTo>
                <a:lnTo>
                  <a:pt x="1462360" y="121178"/>
                </a:lnTo>
                <a:lnTo>
                  <a:pt x="1471979" y="131867"/>
                </a:lnTo>
                <a:lnTo>
                  <a:pt x="1480159" y="131867"/>
                </a:lnTo>
                <a:lnTo>
                  <a:pt x="1483486" y="130504"/>
                </a:lnTo>
                <a:lnTo>
                  <a:pt x="1485995" y="127777"/>
                </a:lnTo>
                <a:lnTo>
                  <a:pt x="1488612" y="125050"/>
                </a:lnTo>
                <a:lnTo>
                  <a:pt x="1489921" y="121178"/>
                </a:lnTo>
                <a:lnTo>
                  <a:pt x="1489916" y="115997"/>
                </a:lnTo>
                <a:lnTo>
                  <a:pt x="1489766" y="111662"/>
                </a:lnTo>
                <a:lnTo>
                  <a:pt x="1489657" y="101743"/>
                </a:lnTo>
                <a:lnTo>
                  <a:pt x="1491667" y="97619"/>
                </a:lnTo>
                <a:lnTo>
                  <a:pt x="1495811" y="93910"/>
                </a:lnTo>
                <a:lnTo>
                  <a:pt x="1499847" y="90202"/>
                </a:lnTo>
                <a:lnTo>
                  <a:pt x="1504980" y="88457"/>
                </a:lnTo>
                <a:lnTo>
                  <a:pt x="1556237" y="88457"/>
                </a:lnTo>
                <a:lnTo>
                  <a:pt x="1549802" y="85075"/>
                </a:lnTo>
                <a:lnTo>
                  <a:pt x="1542971" y="82141"/>
                </a:lnTo>
                <a:lnTo>
                  <a:pt x="1535241" y="80045"/>
                </a:lnTo>
                <a:lnTo>
                  <a:pt x="1526610" y="78787"/>
                </a:lnTo>
                <a:lnTo>
                  <a:pt x="1517080" y="78368"/>
                </a:lnTo>
                <a:close/>
              </a:path>
              <a:path w="4235450" h="238125">
                <a:moveTo>
                  <a:pt x="1673083" y="78368"/>
                </a:moveTo>
                <a:lnTo>
                  <a:pt x="1633603" y="90791"/>
                </a:lnTo>
                <a:lnTo>
                  <a:pt x="1606822" y="125855"/>
                </a:lnTo>
                <a:lnTo>
                  <a:pt x="1601587" y="157881"/>
                </a:lnTo>
                <a:lnTo>
                  <a:pt x="1602652" y="173424"/>
                </a:lnTo>
                <a:lnTo>
                  <a:pt x="1602773" y="175182"/>
                </a:lnTo>
                <a:lnTo>
                  <a:pt x="1606117" y="189672"/>
                </a:lnTo>
                <a:lnTo>
                  <a:pt x="1606228" y="190152"/>
                </a:lnTo>
                <a:lnTo>
                  <a:pt x="1606332" y="190602"/>
                </a:lnTo>
                <a:lnTo>
                  <a:pt x="1630464" y="225175"/>
                </a:lnTo>
                <a:lnTo>
                  <a:pt x="1665067" y="237230"/>
                </a:lnTo>
                <a:lnTo>
                  <a:pt x="1675548" y="236239"/>
                </a:lnTo>
                <a:lnTo>
                  <a:pt x="1712278" y="212495"/>
                </a:lnTo>
                <a:lnTo>
                  <a:pt x="1712774" y="211708"/>
                </a:lnTo>
                <a:lnTo>
                  <a:pt x="1676846" y="211708"/>
                </a:lnTo>
                <a:lnTo>
                  <a:pt x="1666212" y="210430"/>
                </a:lnTo>
                <a:lnTo>
                  <a:pt x="1635454" y="180561"/>
                </a:lnTo>
                <a:lnTo>
                  <a:pt x="1628091" y="143811"/>
                </a:lnTo>
                <a:lnTo>
                  <a:pt x="1628920" y="131284"/>
                </a:lnTo>
                <a:lnTo>
                  <a:pt x="1646732" y="96139"/>
                </a:lnTo>
                <a:lnTo>
                  <a:pt x="1659714" y="90147"/>
                </a:lnTo>
                <a:lnTo>
                  <a:pt x="1659272" y="90147"/>
                </a:lnTo>
                <a:lnTo>
                  <a:pt x="1667684" y="89329"/>
                </a:lnTo>
                <a:lnTo>
                  <a:pt x="1708197" y="89329"/>
                </a:lnTo>
                <a:lnTo>
                  <a:pt x="1701797" y="84994"/>
                </a:lnTo>
                <a:lnTo>
                  <a:pt x="1693207" y="81312"/>
                </a:lnTo>
                <a:lnTo>
                  <a:pt x="1683636" y="79104"/>
                </a:lnTo>
                <a:lnTo>
                  <a:pt x="1673083" y="78368"/>
                </a:lnTo>
                <a:close/>
              </a:path>
              <a:path w="4235450" h="238125">
                <a:moveTo>
                  <a:pt x="1723147" y="173424"/>
                </a:moveTo>
                <a:lnTo>
                  <a:pt x="1699056" y="205542"/>
                </a:lnTo>
                <a:lnTo>
                  <a:pt x="1676846" y="211708"/>
                </a:lnTo>
                <a:lnTo>
                  <a:pt x="1712774" y="211708"/>
                </a:lnTo>
                <a:lnTo>
                  <a:pt x="1718934" y="201932"/>
                </a:lnTo>
                <a:lnTo>
                  <a:pt x="1724139" y="189672"/>
                </a:lnTo>
                <a:lnTo>
                  <a:pt x="1727892" y="175714"/>
                </a:lnTo>
                <a:lnTo>
                  <a:pt x="1723147" y="173424"/>
                </a:lnTo>
                <a:close/>
              </a:path>
              <a:path w="4235450" h="238125">
                <a:moveTo>
                  <a:pt x="1708197" y="89329"/>
                </a:moveTo>
                <a:lnTo>
                  <a:pt x="1674447" y="89329"/>
                </a:lnTo>
                <a:lnTo>
                  <a:pt x="1679737" y="90965"/>
                </a:lnTo>
                <a:lnTo>
                  <a:pt x="1683554" y="94237"/>
                </a:lnTo>
                <a:lnTo>
                  <a:pt x="1687372" y="97619"/>
                </a:lnTo>
                <a:lnTo>
                  <a:pt x="1689553" y="102527"/>
                </a:lnTo>
                <a:lnTo>
                  <a:pt x="1690028" y="108124"/>
                </a:lnTo>
                <a:lnTo>
                  <a:pt x="1690648" y="114361"/>
                </a:lnTo>
                <a:lnTo>
                  <a:pt x="1690753" y="115397"/>
                </a:lnTo>
                <a:lnTo>
                  <a:pt x="1692007" y="119760"/>
                </a:lnTo>
                <a:lnTo>
                  <a:pt x="1693862" y="122051"/>
                </a:lnTo>
                <a:lnTo>
                  <a:pt x="1697134" y="126195"/>
                </a:lnTo>
                <a:lnTo>
                  <a:pt x="1701987" y="128268"/>
                </a:lnTo>
                <a:lnTo>
                  <a:pt x="1713222" y="128268"/>
                </a:lnTo>
                <a:lnTo>
                  <a:pt x="1716930" y="127014"/>
                </a:lnTo>
                <a:lnTo>
                  <a:pt x="1722275" y="121887"/>
                </a:lnTo>
                <a:lnTo>
                  <a:pt x="1723638" y="118506"/>
                </a:lnTo>
                <a:lnTo>
                  <a:pt x="1723638" y="114361"/>
                </a:lnTo>
                <a:lnTo>
                  <a:pt x="1709404" y="90147"/>
                </a:lnTo>
                <a:lnTo>
                  <a:pt x="1708197" y="89329"/>
                </a:lnTo>
                <a:close/>
              </a:path>
              <a:path w="4235450" h="238125">
                <a:moveTo>
                  <a:pt x="1814362" y="226760"/>
                </a:moveTo>
                <a:lnTo>
                  <a:pt x="1740084" y="226760"/>
                </a:lnTo>
                <a:lnTo>
                  <a:pt x="1740084" y="232649"/>
                </a:lnTo>
                <a:lnTo>
                  <a:pt x="1814362" y="232649"/>
                </a:lnTo>
                <a:lnTo>
                  <a:pt x="1814362" y="226760"/>
                </a:lnTo>
                <a:close/>
              </a:path>
              <a:path w="4235450" h="238125">
                <a:moveTo>
                  <a:pt x="1901074" y="226760"/>
                </a:moveTo>
                <a:lnTo>
                  <a:pt x="1827450" y="226760"/>
                </a:lnTo>
                <a:lnTo>
                  <a:pt x="1827450" y="232649"/>
                </a:lnTo>
                <a:lnTo>
                  <a:pt x="1901074" y="232649"/>
                </a:lnTo>
                <a:lnTo>
                  <a:pt x="1901074" y="226760"/>
                </a:lnTo>
                <a:close/>
              </a:path>
              <a:path w="4235450" h="238125">
                <a:moveTo>
                  <a:pt x="1790148" y="21432"/>
                </a:moveTo>
                <a:lnTo>
                  <a:pt x="1754045" y="21432"/>
                </a:lnTo>
                <a:lnTo>
                  <a:pt x="1756281" y="22141"/>
                </a:lnTo>
                <a:lnTo>
                  <a:pt x="1757917" y="23559"/>
                </a:lnTo>
                <a:lnTo>
                  <a:pt x="1762907" y="51546"/>
                </a:lnTo>
                <a:lnTo>
                  <a:pt x="1762897" y="209035"/>
                </a:lnTo>
                <a:lnTo>
                  <a:pt x="1755790" y="223651"/>
                </a:lnTo>
                <a:lnTo>
                  <a:pt x="1751973" y="225723"/>
                </a:lnTo>
                <a:lnTo>
                  <a:pt x="1746737" y="226760"/>
                </a:lnTo>
                <a:lnTo>
                  <a:pt x="1806727" y="226760"/>
                </a:lnTo>
                <a:lnTo>
                  <a:pt x="1801688" y="225996"/>
                </a:lnTo>
                <a:lnTo>
                  <a:pt x="1801433" y="225996"/>
                </a:lnTo>
                <a:lnTo>
                  <a:pt x="1798165" y="224305"/>
                </a:lnTo>
                <a:lnTo>
                  <a:pt x="1790148" y="209035"/>
                </a:lnTo>
                <a:lnTo>
                  <a:pt x="1790148" y="119597"/>
                </a:lnTo>
                <a:lnTo>
                  <a:pt x="1795987" y="113676"/>
                </a:lnTo>
                <a:lnTo>
                  <a:pt x="1800527" y="109617"/>
                </a:lnTo>
                <a:lnTo>
                  <a:pt x="1790148" y="109617"/>
                </a:lnTo>
                <a:lnTo>
                  <a:pt x="1790148" y="21432"/>
                </a:lnTo>
                <a:close/>
              </a:path>
              <a:path w="4235450" h="238125">
                <a:moveTo>
                  <a:pt x="1872026" y="98164"/>
                </a:moveTo>
                <a:lnTo>
                  <a:pt x="1832849" y="98164"/>
                </a:lnTo>
                <a:lnTo>
                  <a:pt x="1837694" y="99582"/>
                </a:lnTo>
                <a:lnTo>
                  <a:pt x="1837476" y="99582"/>
                </a:lnTo>
                <a:lnTo>
                  <a:pt x="1841030" y="102091"/>
                </a:lnTo>
                <a:lnTo>
                  <a:pt x="1844738" y="104599"/>
                </a:lnTo>
                <a:lnTo>
                  <a:pt x="1847410" y="108417"/>
                </a:lnTo>
                <a:lnTo>
                  <a:pt x="1851501" y="212417"/>
                </a:lnTo>
                <a:lnTo>
                  <a:pt x="1851173" y="214162"/>
                </a:lnTo>
                <a:lnTo>
                  <a:pt x="1837867" y="226760"/>
                </a:lnTo>
                <a:lnTo>
                  <a:pt x="1894093" y="226760"/>
                </a:lnTo>
                <a:lnTo>
                  <a:pt x="1889294" y="225996"/>
                </a:lnTo>
                <a:lnTo>
                  <a:pt x="1884059" y="222942"/>
                </a:lnTo>
                <a:lnTo>
                  <a:pt x="1882204" y="220870"/>
                </a:lnTo>
                <a:lnTo>
                  <a:pt x="1880970" y="217925"/>
                </a:lnTo>
                <a:lnTo>
                  <a:pt x="1879587" y="214762"/>
                </a:lnTo>
                <a:lnTo>
                  <a:pt x="1878913" y="209035"/>
                </a:lnTo>
                <a:lnTo>
                  <a:pt x="1878823" y="145774"/>
                </a:lnTo>
                <a:lnTo>
                  <a:pt x="1878653" y="134557"/>
                </a:lnTo>
                <a:lnTo>
                  <a:pt x="1873235" y="100536"/>
                </a:lnTo>
                <a:lnTo>
                  <a:pt x="1872026" y="98164"/>
                </a:lnTo>
                <a:close/>
              </a:path>
              <a:path w="4235450" h="238125">
                <a:moveTo>
                  <a:pt x="1848719" y="78368"/>
                </a:moveTo>
                <a:lnTo>
                  <a:pt x="1833122" y="78368"/>
                </a:lnTo>
                <a:lnTo>
                  <a:pt x="1826032" y="80276"/>
                </a:lnTo>
                <a:lnTo>
                  <a:pt x="1790148" y="109617"/>
                </a:lnTo>
                <a:lnTo>
                  <a:pt x="1800527" y="109617"/>
                </a:lnTo>
                <a:lnTo>
                  <a:pt x="1801396" y="108839"/>
                </a:lnTo>
                <a:lnTo>
                  <a:pt x="1806376" y="105087"/>
                </a:lnTo>
                <a:lnTo>
                  <a:pt x="1810926" y="102418"/>
                </a:lnTo>
                <a:lnTo>
                  <a:pt x="1816707" y="99582"/>
                </a:lnTo>
                <a:lnTo>
                  <a:pt x="1822269" y="98164"/>
                </a:lnTo>
                <a:lnTo>
                  <a:pt x="1872026" y="98164"/>
                </a:lnTo>
                <a:lnTo>
                  <a:pt x="1870111" y="94442"/>
                </a:lnTo>
                <a:lnTo>
                  <a:pt x="1866420" y="89421"/>
                </a:lnTo>
                <a:lnTo>
                  <a:pt x="1862135" y="85403"/>
                </a:lnTo>
                <a:lnTo>
                  <a:pt x="1856027" y="80713"/>
                </a:lnTo>
                <a:lnTo>
                  <a:pt x="1848719" y="78368"/>
                </a:lnTo>
                <a:close/>
              </a:path>
              <a:path w="4235450" h="238125">
                <a:moveTo>
                  <a:pt x="1790148" y="0"/>
                </a:moveTo>
                <a:lnTo>
                  <a:pt x="1782622" y="0"/>
                </a:lnTo>
                <a:lnTo>
                  <a:pt x="1737793" y="18324"/>
                </a:lnTo>
                <a:lnTo>
                  <a:pt x="1740084" y="24050"/>
                </a:lnTo>
                <a:lnTo>
                  <a:pt x="1745210" y="22305"/>
                </a:lnTo>
                <a:lnTo>
                  <a:pt x="1748919" y="21432"/>
                </a:lnTo>
                <a:lnTo>
                  <a:pt x="1790148" y="21432"/>
                </a:lnTo>
                <a:lnTo>
                  <a:pt x="1790148" y="0"/>
                </a:lnTo>
                <a:close/>
              </a:path>
              <a:path w="4235450" h="238125">
                <a:moveTo>
                  <a:pt x="2011485" y="88457"/>
                </a:moveTo>
                <a:lnTo>
                  <a:pt x="1976742" y="88457"/>
                </a:lnTo>
                <a:lnTo>
                  <a:pt x="1983344" y="91129"/>
                </a:lnTo>
                <a:lnTo>
                  <a:pt x="1988035" y="96692"/>
                </a:lnTo>
                <a:lnTo>
                  <a:pt x="1991095" y="101600"/>
                </a:lnTo>
                <a:lnTo>
                  <a:pt x="1991184" y="101743"/>
                </a:lnTo>
                <a:lnTo>
                  <a:pt x="1993434" y="108553"/>
                </a:lnTo>
                <a:lnTo>
                  <a:pt x="1994784" y="117143"/>
                </a:lnTo>
                <a:lnTo>
                  <a:pt x="1995117" y="124778"/>
                </a:lnTo>
                <a:lnTo>
                  <a:pt x="1995233" y="133340"/>
                </a:lnTo>
                <a:lnTo>
                  <a:pt x="1977298" y="140109"/>
                </a:lnTo>
                <a:lnTo>
                  <a:pt x="1962103" y="146346"/>
                </a:lnTo>
                <a:lnTo>
                  <a:pt x="1925864" y="167370"/>
                </a:lnTo>
                <a:lnTo>
                  <a:pt x="1911793" y="189839"/>
                </a:lnTo>
                <a:lnTo>
                  <a:pt x="1911852" y="197924"/>
                </a:lnTo>
                <a:lnTo>
                  <a:pt x="1912041" y="200419"/>
                </a:lnTo>
                <a:lnTo>
                  <a:pt x="1912152" y="201891"/>
                </a:lnTo>
                <a:lnTo>
                  <a:pt x="1912272" y="203476"/>
                </a:lnTo>
                <a:lnTo>
                  <a:pt x="1912300" y="203855"/>
                </a:lnTo>
                <a:lnTo>
                  <a:pt x="1912417" y="205399"/>
                </a:lnTo>
                <a:lnTo>
                  <a:pt x="1914147" y="212253"/>
                </a:lnTo>
                <a:lnTo>
                  <a:pt x="1947460" y="235758"/>
                </a:lnTo>
                <a:lnTo>
                  <a:pt x="1954113" y="235758"/>
                </a:lnTo>
                <a:lnTo>
                  <a:pt x="1987723" y="216780"/>
                </a:lnTo>
                <a:lnTo>
                  <a:pt x="1956404" y="216780"/>
                </a:lnTo>
                <a:lnTo>
                  <a:pt x="1951005" y="214216"/>
                </a:lnTo>
                <a:lnTo>
                  <a:pt x="1946315" y="209090"/>
                </a:lnTo>
                <a:lnTo>
                  <a:pt x="1941624" y="203855"/>
                </a:lnTo>
                <a:lnTo>
                  <a:pt x="1939279" y="197310"/>
                </a:lnTo>
                <a:lnTo>
                  <a:pt x="1939279" y="183240"/>
                </a:lnTo>
                <a:lnTo>
                  <a:pt x="1968023" y="154823"/>
                </a:lnTo>
                <a:lnTo>
                  <a:pt x="1995233" y="143320"/>
                </a:lnTo>
                <a:lnTo>
                  <a:pt x="2022240" y="143320"/>
                </a:lnTo>
                <a:lnTo>
                  <a:pt x="2022137" y="124778"/>
                </a:lnTo>
                <a:lnTo>
                  <a:pt x="2022045" y="119801"/>
                </a:lnTo>
                <a:lnTo>
                  <a:pt x="2021865" y="117143"/>
                </a:lnTo>
                <a:lnTo>
                  <a:pt x="2021787" y="115997"/>
                </a:lnTo>
                <a:lnTo>
                  <a:pt x="2021688" y="114535"/>
                </a:lnTo>
                <a:lnTo>
                  <a:pt x="2016230" y="93747"/>
                </a:lnTo>
                <a:lnTo>
                  <a:pt x="2011485" y="88457"/>
                </a:lnTo>
                <a:close/>
              </a:path>
              <a:path w="4235450" h="238125">
                <a:moveTo>
                  <a:pt x="2023972" y="211053"/>
                </a:moveTo>
                <a:lnTo>
                  <a:pt x="1995233" y="211053"/>
                </a:lnTo>
                <a:lnTo>
                  <a:pt x="1995342" y="219997"/>
                </a:lnTo>
                <a:lnTo>
                  <a:pt x="1996823" y="225723"/>
                </a:lnTo>
                <a:lnTo>
                  <a:pt x="1996908" y="226051"/>
                </a:lnTo>
                <a:lnTo>
                  <a:pt x="1996978" y="226323"/>
                </a:lnTo>
                <a:lnTo>
                  <a:pt x="2003305" y="233740"/>
                </a:lnTo>
                <a:lnTo>
                  <a:pt x="2007558" y="235594"/>
                </a:lnTo>
                <a:lnTo>
                  <a:pt x="2012903" y="235594"/>
                </a:lnTo>
                <a:lnTo>
                  <a:pt x="2021349" y="234061"/>
                </a:lnTo>
                <a:lnTo>
                  <a:pt x="2030000" y="229459"/>
                </a:lnTo>
                <a:lnTo>
                  <a:pt x="2038855" y="221790"/>
                </a:lnTo>
                <a:lnTo>
                  <a:pt x="2044602" y="214980"/>
                </a:lnTo>
                <a:lnTo>
                  <a:pt x="2028446" y="214980"/>
                </a:lnTo>
                <a:lnTo>
                  <a:pt x="2026973" y="214434"/>
                </a:lnTo>
                <a:lnTo>
                  <a:pt x="2025664" y="213344"/>
                </a:lnTo>
                <a:lnTo>
                  <a:pt x="2024465" y="212253"/>
                </a:lnTo>
                <a:lnTo>
                  <a:pt x="2023972" y="211053"/>
                </a:lnTo>
                <a:close/>
              </a:path>
              <a:path w="4235450" h="238125">
                <a:moveTo>
                  <a:pt x="2123914" y="226760"/>
                </a:moveTo>
                <a:lnTo>
                  <a:pt x="2049800" y="226760"/>
                </a:lnTo>
                <a:lnTo>
                  <a:pt x="2049800" y="232649"/>
                </a:lnTo>
                <a:lnTo>
                  <a:pt x="2123914" y="232649"/>
                </a:lnTo>
                <a:lnTo>
                  <a:pt x="2123914" y="226760"/>
                </a:lnTo>
                <a:close/>
              </a:path>
              <a:path w="4235450" h="238125">
                <a:moveTo>
                  <a:pt x="2211444" y="226760"/>
                </a:moveTo>
                <a:lnTo>
                  <a:pt x="2137330" y="226760"/>
                </a:lnTo>
                <a:lnTo>
                  <a:pt x="2137330" y="232649"/>
                </a:lnTo>
                <a:lnTo>
                  <a:pt x="2211444" y="232649"/>
                </a:lnTo>
                <a:lnTo>
                  <a:pt x="2211444" y="226760"/>
                </a:lnTo>
                <a:close/>
              </a:path>
              <a:path w="4235450" h="238125">
                <a:moveTo>
                  <a:pt x="2099536" y="100127"/>
                </a:moveTo>
                <a:lnTo>
                  <a:pt x="2063597" y="100127"/>
                </a:lnTo>
                <a:lnTo>
                  <a:pt x="2066177" y="100945"/>
                </a:lnTo>
                <a:lnTo>
                  <a:pt x="2065959" y="100945"/>
                </a:lnTo>
                <a:lnTo>
                  <a:pt x="2067469" y="102254"/>
                </a:lnTo>
                <a:lnTo>
                  <a:pt x="2069214" y="103672"/>
                </a:lnTo>
                <a:lnTo>
                  <a:pt x="2070469" y="106344"/>
                </a:lnTo>
                <a:lnTo>
                  <a:pt x="2072461" y="210126"/>
                </a:lnTo>
                <a:lnTo>
                  <a:pt x="2071238" y="216780"/>
                </a:lnTo>
                <a:lnTo>
                  <a:pt x="2071178" y="217107"/>
                </a:lnTo>
                <a:lnTo>
                  <a:pt x="2065833" y="224851"/>
                </a:lnTo>
                <a:lnTo>
                  <a:pt x="2060707" y="226760"/>
                </a:lnTo>
                <a:lnTo>
                  <a:pt x="2115733" y="226760"/>
                </a:lnTo>
                <a:lnTo>
                  <a:pt x="2101336" y="217598"/>
                </a:lnTo>
                <a:lnTo>
                  <a:pt x="2100136" y="215198"/>
                </a:lnTo>
                <a:lnTo>
                  <a:pt x="2100042" y="214216"/>
                </a:lnTo>
                <a:lnTo>
                  <a:pt x="2099959" y="213344"/>
                </a:lnTo>
                <a:lnTo>
                  <a:pt x="2099855" y="212253"/>
                </a:lnTo>
                <a:lnTo>
                  <a:pt x="2099740" y="211053"/>
                </a:lnTo>
                <a:lnTo>
                  <a:pt x="2099651" y="210126"/>
                </a:lnTo>
                <a:lnTo>
                  <a:pt x="2099536" y="119801"/>
                </a:lnTo>
                <a:lnTo>
                  <a:pt x="2102255" y="117143"/>
                </a:lnTo>
                <a:lnTo>
                  <a:pt x="2109199" y="110455"/>
                </a:lnTo>
                <a:lnTo>
                  <a:pt x="2109706" y="110107"/>
                </a:lnTo>
                <a:lnTo>
                  <a:pt x="2099536" y="110107"/>
                </a:lnTo>
                <a:lnTo>
                  <a:pt x="2099536" y="100127"/>
                </a:lnTo>
                <a:close/>
              </a:path>
              <a:path w="4235450" h="238125">
                <a:moveTo>
                  <a:pt x="2182626" y="98491"/>
                </a:moveTo>
                <a:lnTo>
                  <a:pt x="2146710" y="98491"/>
                </a:lnTo>
                <a:lnTo>
                  <a:pt x="2152654" y="101600"/>
                </a:lnTo>
                <a:lnTo>
                  <a:pt x="2156145" y="107817"/>
                </a:lnTo>
                <a:lnTo>
                  <a:pt x="2158507" y="113103"/>
                </a:lnTo>
                <a:lnTo>
                  <a:pt x="2160194" y="119801"/>
                </a:lnTo>
                <a:lnTo>
                  <a:pt x="2161149" y="127450"/>
                </a:lnTo>
                <a:lnTo>
                  <a:pt x="2161250" y="212812"/>
                </a:lnTo>
                <a:lnTo>
                  <a:pt x="2159856" y="218088"/>
                </a:lnTo>
                <a:lnTo>
                  <a:pt x="2159798" y="218307"/>
                </a:lnTo>
                <a:lnTo>
                  <a:pt x="2157835" y="221470"/>
                </a:lnTo>
                <a:lnTo>
                  <a:pt x="2152272" y="225723"/>
                </a:lnTo>
                <a:lnTo>
                  <a:pt x="2147419" y="226760"/>
                </a:lnTo>
                <a:lnTo>
                  <a:pt x="2204245" y="226760"/>
                </a:lnTo>
                <a:lnTo>
                  <a:pt x="2199637" y="226051"/>
                </a:lnTo>
                <a:lnTo>
                  <a:pt x="2199380" y="226051"/>
                </a:lnTo>
                <a:lnTo>
                  <a:pt x="2196556" y="224469"/>
                </a:lnTo>
                <a:lnTo>
                  <a:pt x="2193938" y="222942"/>
                </a:lnTo>
                <a:lnTo>
                  <a:pt x="2192029" y="220815"/>
                </a:lnTo>
                <a:lnTo>
                  <a:pt x="2190925" y="218307"/>
                </a:lnTo>
                <a:lnTo>
                  <a:pt x="2189524" y="215198"/>
                </a:lnTo>
                <a:lnTo>
                  <a:pt x="2188539" y="134812"/>
                </a:lnTo>
                <a:lnTo>
                  <a:pt x="2188419" y="129740"/>
                </a:lnTo>
                <a:lnTo>
                  <a:pt x="2184939" y="104708"/>
                </a:lnTo>
                <a:lnTo>
                  <a:pt x="2182626" y="98491"/>
                </a:lnTo>
                <a:close/>
              </a:path>
              <a:path w="4235450" h="238125">
                <a:moveTo>
                  <a:pt x="2022240" y="143320"/>
                </a:moveTo>
                <a:lnTo>
                  <a:pt x="1995233" y="143320"/>
                </a:lnTo>
                <a:lnTo>
                  <a:pt x="1995233" y="200419"/>
                </a:lnTo>
                <a:lnTo>
                  <a:pt x="1985580" y="207577"/>
                </a:lnTo>
                <a:lnTo>
                  <a:pt x="1977187" y="212526"/>
                </a:lnTo>
                <a:lnTo>
                  <a:pt x="1976602" y="212812"/>
                </a:lnTo>
                <a:lnTo>
                  <a:pt x="1969220" y="215757"/>
                </a:lnTo>
                <a:lnTo>
                  <a:pt x="1962512" y="216780"/>
                </a:lnTo>
                <a:lnTo>
                  <a:pt x="1987723" y="216780"/>
                </a:lnTo>
                <a:lnTo>
                  <a:pt x="1995233" y="211053"/>
                </a:lnTo>
                <a:lnTo>
                  <a:pt x="2023972" y="211053"/>
                </a:lnTo>
                <a:lnTo>
                  <a:pt x="2023592" y="210126"/>
                </a:lnTo>
                <a:lnTo>
                  <a:pt x="2023517" y="209690"/>
                </a:lnTo>
                <a:lnTo>
                  <a:pt x="2023413" y="209090"/>
                </a:lnTo>
                <a:lnTo>
                  <a:pt x="2023300" y="208436"/>
                </a:lnTo>
                <a:lnTo>
                  <a:pt x="2022280" y="190306"/>
                </a:lnTo>
                <a:lnTo>
                  <a:pt x="2022240" y="143320"/>
                </a:lnTo>
                <a:close/>
              </a:path>
              <a:path w="4235450" h="238125">
                <a:moveTo>
                  <a:pt x="2047915" y="201891"/>
                </a:moveTo>
                <a:lnTo>
                  <a:pt x="2033167" y="214707"/>
                </a:lnTo>
                <a:lnTo>
                  <a:pt x="2032918" y="214707"/>
                </a:lnTo>
                <a:lnTo>
                  <a:pt x="2031827" y="214980"/>
                </a:lnTo>
                <a:lnTo>
                  <a:pt x="2044602" y="214980"/>
                </a:lnTo>
                <a:lnTo>
                  <a:pt x="2047915" y="211053"/>
                </a:lnTo>
                <a:lnTo>
                  <a:pt x="2047915" y="201891"/>
                </a:lnTo>
                <a:close/>
              </a:path>
              <a:path w="4235450" h="238125">
                <a:moveTo>
                  <a:pt x="1972328" y="78368"/>
                </a:moveTo>
                <a:lnTo>
                  <a:pt x="1931860" y="90202"/>
                </a:lnTo>
                <a:lnTo>
                  <a:pt x="1917692" y="121437"/>
                </a:lnTo>
                <a:lnTo>
                  <a:pt x="1918774" y="124778"/>
                </a:lnTo>
                <a:lnTo>
                  <a:pt x="1921434" y="127777"/>
                </a:lnTo>
                <a:lnTo>
                  <a:pt x="1923246" y="129740"/>
                </a:lnTo>
                <a:lnTo>
                  <a:pt x="1924028" y="130504"/>
                </a:lnTo>
                <a:lnTo>
                  <a:pt x="1927227" y="131867"/>
                </a:lnTo>
                <a:lnTo>
                  <a:pt x="1935407" y="131867"/>
                </a:lnTo>
                <a:lnTo>
                  <a:pt x="1938734" y="130504"/>
                </a:lnTo>
                <a:lnTo>
                  <a:pt x="1941120" y="127910"/>
                </a:lnTo>
                <a:lnTo>
                  <a:pt x="1943861" y="125050"/>
                </a:lnTo>
                <a:lnTo>
                  <a:pt x="1945082" y="121437"/>
                </a:lnTo>
                <a:lnTo>
                  <a:pt x="1944975" y="101600"/>
                </a:lnTo>
                <a:lnTo>
                  <a:pt x="1946915" y="97619"/>
                </a:lnTo>
                <a:lnTo>
                  <a:pt x="1951059" y="93910"/>
                </a:lnTo>
                <a:lnTo>
                  <a:pt x="1955095" y="90202"/>
                </a:lnTo>
                <a:lnTo>
                  <a:pt x="1960228" y="88457"/>
                </a:lnTo>
                <a:lnTo>
                  <a:pt x="2011485" y="88457"/>
                </a:lnTo>
                <a:lnTo>
                  <a:pt x="2005050" y="85075"/>
                </a:lnTo>
                <a:lnTo>
                  <a:pt x="1998219" y="82141"/>
                </a:lnTo>
                <a:lnTo>
                  <a:pt x="1990489" y="80045"/>
                </a:lnTo>
                <a:lnTo>
                  <a:pt x="1981858" y="78787"/>
                </a:lnTo>
                <a:lnTo>
                  <a:pt x="1972328" y="78368"/>
                </a:lnTo>
                <a:close/>
              </a:path>
              <a:path w="4235450" h="238125">
                <a:moveTo>
                  <a:pt x="2157944" y="78368"/>
                </a:moveTo>
                <a:lnTo>
                  <a:pt x="2149764" y="78368"/>
                </a:lnTo>
                <a:lnTo>
                  <a:pt x="2137127" y="80440"/>
                </a:lnTo>
                <a:lnTo>
                  <a:pt x="2137482" y="80440"/>
                </a:lnTo>
                <a:lnTo>
                  <a:pt x="2125264" y="86302"/>
                </a:lnTo>
                <a:lnTo>
                  <a:pt x="2112553" y="96221"/>
                </a:lnTo>
                <a:lnTo>
                  <a:pt x="2099536" y="110107"/>
                </a:lnTo>
                <a:lnTo>
                  <a:pt x="2109706" y="110107"/>
                </a:lnTo>
                <a:lnTo>
                  <a:pt x="2118883" y="103809"/>
                </a:lnTo>
                <a:lnTo>
                  <a:pt x="2128587" y="99821"/>
                </a:lnTo>
                <a:lnTo>
                  <a:pt x="2138311" y="98491"/>
                </a:lnTo>
                <a:lnTo>
                  <a:pt x="2182626" y="98491"/>
                </a:lnTo>
                <a:lnTo>
                  <a:pt x="2181449" y="95328"/>
                </a:lnTo>
                <a:lnTo>
                  <a:pt x="2176759" y="88620"/>
                </a:lnTo>
                <a:lnTo>
                  <a:pt x="2170869" y="84585"/>
                </a:lnTo>
                <a:lnTo>
                  <a:pt x="2164979" y="80440"/>
                </a:lnTo>
                <a:lnTo>
                  <a:pt x="2157944" y="78368"/>
                </a:lnTo>
                <a:close/>
              </a:path>
              <a:path w="4235450" h="238125">
                <a:moveTo>
                  <a:pt x="2099536" y="78368"/>
                </a:moveTo>
                <a:lnTo>
                  <a:pt x="2092501" y="78368"/>
                </a:lnTo>
                <a:lnTo>
                  <a:pt x="2047345" y="96692"/>
                </a:lnTo>
                <a:lnTo>
                  <a:pt x="2049800" y="102581"/>
                </a:lnTo>
                <a:lnTo>
                  <a:pt x="2054053" y="100945"/>
                </a:lnTo>
                <a:lnTo>
                  <a:pt x="2057707" y="100127"/>
                </a:lnTo>
                <a:lnTo>
                  <a:pt x="2099536" y="100127"/>
                </a:lnTo>
                <a:lnTo>
                  <a:pt x="2099536" y="78368"/>
                </a:lnTo>
                <a:close/>
              </a:path>
              <a:path w="4235450" h="238125">
                <a:moveTo>
                  <a:pt x="2499030" y="31249"/>
                </a:moveTo>
                <a:lnTo>
                  <a:pt x="2438623" y="31249"/>
                </a:lnTo>
                <a:lnTo>
                  <a:pt x="2447304" y="32097"/>
                </a:lnTo>
                <a:lnTo>
                  <a:pt x="2455352" y="34643"/>
                </a:lnTo>
                <a:lnTo>
                  <a:pt x="2481662" y="69430"/>
                </a:lnTo>
                <a:lnTo>
                  <a:pt x="2482470" y="79513"/>
                </a:lnTo>
                <a:lnTo>
                  <a:pt x="2480997" y="93696"/>
                </a:lnTo>
                <a:lnTo>
                  <a:pt x="2458910" y="140538"/>
                </a:lnTo>
                <a:lnTo>
                  <a:pt x="2426802" y="178741"/>
                </a:lnTo>
                <a:lnTo>
                  <a:pt x="2377597" y="226596"/>
                </a:lnTo>
                <a:lnTo>
                  <a:pt x="2377597" y="232649"/>
                </a:lnTo>
                <a:lnTo>
                  <a:pt x="2508483" y="232649"/>
                </a:lnTo>
                <a:lnTo>
                  <a:pt x="2517476" y="207945"/>
                </a:lnTo>
                <a:lnTo>
                  <a:pt x="2412446" y="207945"/>
                </a:lnTo>
                <a:lnTo>
                  <a:pt x="2419430" y="201155"/>
                </a:lnTo>
                <a:lnTo>
                  <a:pt x="2463328" y="154281"/>
                </a:lnTo>
                <a:lnTo>
                  <a:pt x="2495599" y="111611"/>
                </a:lnTo>
                <a:lnTo>
                  <a:pt x="2509956" y="72887"/>
                </a:lnTo>
                <a:lnTo>
                  <a:pt x="2510447" y="64461"/>
                </a:lnTo>
                <a:lnTo>
                  <a:pt x="2509312" y="53070"/>
                </a:lnTo>
                <a:lnTo>
                  <a:pt x="2505907" y="42456"/>
                </a:lnTo>
                <a:lnTo>
                  <a:pt x="2500231" y="32619"/>
                </a:lnTo>
                <a:lnTo>
                  <a:pt x="2499155" y="31392"/>
                </a:lnTo>
                <a:lnTo>
                  <a:pt x="2499030" y="31249"/>
                </a:lnTo>
                <a:close/>
              </a:path>
              <a:path w="4235450" h="238125">
                <a:moveTo>
                  <a:pt x="2524026" y="189948"/>
                </a:moveTo>
                <a:lnTo>
                  <a:pt x="2517973" y="189948"/>
                </a:lnTo>
                <a:lnTo>
                  <a:pt x="2515137" y="194856"/>
                </a:lnTo>
                <a:lnTo>
                  <a:pt x="2511810" y="198674"/>
                </a:lnTo>
                <a:lnTo>
                  <a:pt x="2482143" y="207945"/>
                </a:lnTo>
                <a:lnTo>
                  <a:pt x="2517476" y="207945"/>
                </a:lnTo>
                <a:lnTo>
                  <a:pt x="2524026" y="189948"/>
                </a:lnTo>
                <a:close/>
              </a:path>
              <a:path w="4235450" h="238125">
                <a:moveTo>
                  <a:pt x="2447294" y="6217"/>
                </a:moveTo>
                <a:lnTo>
                  <a:pt x="2434276" y="7300"/>
                </a:lnTo>
                <a:lnTo>
                  <a:pt x="2434874" y="7300"/>
                </a:lnTo>
                <a:lnTo>
                  <a:pt x="2424021" y="10266"/>
                </a:lnTo>
                <a:lnTo>
                  <a:pt x="2391259" y="42128"/>
                </a:lnTo>
                <a:lnTo>
                  <a:pt x="2383978" y="68878"/>
                </a:lnTo>
                <a:lnTo>
                  <a:pt x="2390031" y="68878"/>
                </a:lnTo>
                <a:lnTo>
                  <a:pt x="2393522" y="60289"/>
                </a:lnTo>
                <a:lnTo>
                  <a:pt x="2397926" y="52640"/>
                </a:lnTo>
                <a:lnTo>
                  <a:pt x="2430647" y="31852"/>
                </a:lnTo>
                <a:lnTo>
                  <a:pt x="2438623" y="31249"/>
                </a:lnTo>
                <a:lnTo>
                  <a:pt x="2499030" y="31249"/>
                </a:lnTo>
                <a:lnTo>
                  <a:pt x="2492286" y="23559"/>
                </a:lnTo>
                <a:lnTo>
                  <a:pt x="2482725" y="15972"/>
                </a:lnTo>
                <a:lnTo>
                  <a:pt x="2472040" y="10552"/>
                </a:lnTo>
                <a:lnTo>
                  <a:pt x="2460229" y="7300"/>
                </a:lnTo>
                <a:lnTo>
                  <a:pt x="2447294" y="6217"/>
                </a:lnTo>
                <a:close/>
              </a:path>
              <a:path w="4235450" h="238125">
                <a:moveTo>
                  <a:pt x="2619004" y="6217"/>
                </a:moveTo>
                <a:lnTo>
                  <a:pt x="2579554" y="24438"/>
                </a:lnTo>
                <a:lnTo>
                  <a:pt x="2558141" y="57753"/>
                </a:lnTo>
                <a:lnTo>
                  <a:pt x="2547405" y="104719"/>
                </a:lnTo>
                <a:lnTo>
                  <a:pt x="2546689" y="123032"/>
                </a:lnTo>
                <a:lnTo>
                  <a:pt x="2547804" y="144475"/>
                </a:lnTo>
                <a:lnTo>
                  <a:pt x="2556720" y="182514"/>
                </a:lnTo>
                <a:lnTo>
                  <a:pt x="2588286" y="227210"/>
                </a:lnTo>
                <a:lnTo>
                  <a:pt x="2617367" y="236576"/>
                </a:lnTo>
                <a:lnTo>
                  <a:pt x="2625456" y="235819"/>
                </a:lnTo>
                <a:lnTo>
                  <a:pt x="2633687" y="233549"/>
                </a:lnTo>
                <a:lnTo>
                  <a:pt x="2642062" y="229766"/>
                </a:lnTo>
                <a:lnTo>
                  <a:pt x="2647686" y="226269"/>
                </a:lnTo>
                <a:lnTo>
                  <a:pt x="2617858" y="226269"/>
                </a:lnTo>
                <a:lnTo>
                  <a:pt x="2609187" y="224745"/>
                </a:lnTo>
                <a:lnTo>
                  <a:pt x="2585106" y="186359"/>
                </a:lnTo>
                <a:lnTo>
                  <a:pt x="2578756" y="127123"/>
                </a:lnTo>
                <a:lnTo>
                  <a:pt x="2578833" y="123032"/>
                </a:lnTo>
                <a:lnTo>
                  <a:pt x="2578897" y="119597"/>
                </a:lnTo>
                <a:lnTo>
                  <a:pt x="2579022" y="112919"/>
                </a:lnTo>
                <a:lnTo>
                  <a:pt x="2579820" y="98614"/>
                </a:lnTo>
                <a:lnTo>
                  <a:pt x="2581149" y="84206"/>
                </a:lnTo>
                <a:lnTo>
                  <a:pt x="2582947" y="70187"/>
                </a:lnTo>
                <a:lnTo>
                  <a:pt x="2583010" y="69696"/>
                </a:lnTo>
                <a:lnTo>
                  <a:pt x="2599022" y="27025"/>
                </a:lnTo>
                <a:lnTo>
                  <a:pt x="2611423" y="17015"/>
                </a:lnTo>
                <a:lnTo>
                  <a:pt x="2649095" y="17015"/>
                </a:lnTo>
                <a:lnTo>
                  <a:pt x="2643217" y="12720"/>
                </a:lnTo>
                <a:lnTo>
                  <a:pt x="2631438" y="7842"/>
                </a:lnTo>
                <a:lnTo>
                  <a:pt x="2619004" y="6217"/>
                </a:lnTo>
                <a:close/>
              </a:path>
              <a:path w="4235450" h="238125">
                <a:moveTo>
                  <a:pt x="2649095" y="17015"/>
                </a:moveTo>
                <a:lnTo>
                  <a:pt x="2625166" y="17015"/>
                </a:lnTo>
                <a:lnTo>
                  <a:pt x="2630565" y="18814"/>
                </a:lnTo>
                <a:lnTo>
                  <a:pt x="2635037" y="22414"/>
                </a:lnTo>
                <a:lnTo>
                  <a:pt x="2653688" y="62549"/>
                </a:lnTo>
                <a:lnTo>
                  <a:pt x="2658106" y="112398"/>
                </a:lnTo>
                <a:lnTo>
                  <a:pt x="2657635" y="136561"/>
                </a:lnTo>
                <a:lnTo>
                  <a:pt x="2653872" y="176236"/>
                </a:lnTo>
                <a:lnTo>
                  <a:pt x="2640641" y="213743"/>
                </a:lnTo>
                <a:lnTo>
                  <a:pt x="2623748" y="226269"/>
                </a:lnTo>
                <a:lnTo>
                  <a:pt x="2647686" y="226269"/>
                </a:lnTo>
                <a:lnTo>
                  <a:pt x="2673096" y="197781"/>
                </a:lnTo>
                <a:lnTo>
                  <a:pt x="2687392" y="155304"/>
                </a:lnTo>
                <a:lnTo>
                  <a:pt x="2690173" y="119597"/>
                </a:lnTo>
                <a:lnTo>
                  <a:pt x="2688633" y="94207"/>
                </a:lnTo>
                <a:lnTo>
                  <a:pt x="2688588" y="93460"/>
                </a:lnTo>
                <a:lnTo>
                  <a:pt x="2683833" y="70187"/>
                </a:lnTo>
                <a:lnTo>
                  <a:pt x="2675908" y="49777"/>
                </a:lnTo>
                <a:lnTo>
                  <a:pt x="2664814" y="32230"/>
                </a:lnTo>
                <a:lnTo>
                  <a:pt x="2654343" y="20849"/>
                </a:lnTo>
                <a:lnTo>
                  <a:pt x="2649095" y="17015"/>
                </a:lnTo>
                <a:close/>
              </a:path>
              <a:path w="4235450" h="238125">
                <a:moveTo>
                  <a:pt x="2827397" y="31249"/>
                </a:moveTo>
                <a:lnTo>
                  <a:pt x="2766990" y="31249"/>
                </a:lnTo>
                <a:lnTo>
                  <a:pt x="2775671" y="32097"/>
                </a:lnTo>
                <a:lnTo>
                  <a:pt x="2783719" y="34643"/>
                </a:lnTo>
                <a:lnTo>
                  <a:pt x="2810029" y="69430"/>
                </a:lnTo>
                <a:lnTo>
                  <a:pt x="2810837" y="79513"/>
                </a:lnTo>
                <a:lnTo>
                  <a:pt x="2809364" y="93696"/>
                </a:lnTo>
                <a:lnTo>
                  <a:pt x="2787277" y="140538"/>
                </a:lnTo>
                <a:lnTo>
                  <a:pt x="2755169" y="178741"/>
                </a:lnTo>
                <a:lnTo>
                  <a:pt x="2705964" y="226596"/>
                </a:lnTo>
                <a:lnTo>
                  <a:pt x="2705964" y="232649"/>
                </a:lnTo>
                <a:lnTo>
                  <a:pt x="2836850" y="232649"/>
                </a:lnTo>
                <a:lnTo>
                  <a:pt x="2845842" y="207945"/>
                </a:lnTo>
                <a:lnTo>
                  <a:pt x="2740813" y="207945"/>
                </a:lnTo>
                <a:lnTo>
                  <a:pt x="2747797" y="201155"/>
                </a:lnTo>
                <a:lnTo>
                  <a:pt x="2791694" y="154281"/>
                </a:lnTo>
                <a:lnTo>
                  <a:pt x="2823966" y="111611"/>
                </a:lnTo>
                <a:lnTo>
                  <a:pt x="2838323" y="72887"/>
                </a:lnTo>
                <a:lnTo>
                  <a:pt x="2838813" y="64461"/>
                </a:lnTo>
                <a:lnTo>
                  <a:pt x="2837678" y="53070"/>
                </a:lnTo>
                <a:lnTo>
                  <a:pt x="2834273" y="42456"/>
                </a:lnTo>
                <a:lnTo>
                  <a:pt x="2828598" y="32619"/>
                </a:lnTo>
                <a:lnTo>
                  <a:pt x="2827522" y="31392"/>
                </a:lnTo>
                <a:lnTo>
                  <a:pt x="2827397" y="31249"/>
                </a:lnTo>
                <a:close/>
              </a:path>
              <a:path w="4235450" h="238125">
                <a:moveTo>
                  <a:pt x="2852393" y="189948"/>
                </a:moveTo>
                <a:lnTo>
                  <a:pt x="2846339" y="189948"/>
                </a:lnTo>
                <a:lnTo>
                  <a:pt x="2843503" y="194856"/>
                </a:lnTo>
                <a:lnTo>
                  <a:pt x="2840177" y="198674"/>
                </a:lnTo>
                <a:lnTo>
                  <a:pt x="2810509" y="207945"/>
                </a:lnTo>
                <a:lnTo>
                  <a:pt x="2845842" y="207945"/>
                </a:lnTo>
                <a:lnTo>
                  <a:pt x="2852393" y="189948"/>
                </a:lnTo>
                <a:close/>
              </a:path>
              <a:path w="4235450" h="238125">
                <a:moveTo>
                  <a:pt x="2775661" y="6217"/>
                </a:moveTo>
                <a:lnTo>
                  <a:pt x="2762643" y="7300"/>
                </a:lnTo>
                <a:lnTo>
                  <a:pt x="2763241" y="7300"/>
                </a:lnTo>
                <a:lnTo>
                  <a:pt x="2752388" y="10266"/>
                </a:lnTo>
                <a:lnTo>
                  <a:pt x="2742316" y="15327"/>
                </a:lnTo>
                <a:lnTo>
                  <a:pt x="2733287" y="22414"/>
                </a:lnTo>
                <a:lnTo>
                  <a:pt x="2725780" y="31249"/>
                </a:lnTo>
                <a:lnTo>
                  <a:pt x="2725658" y="31392"/>
                </a:lnTo>
                <a:lnTo>
                  <a:pt x="2719625" y="42128"/>
                </a:lnTo>
                <a:lnTo>
                  <a:pt x="2715187" y="54624"/>
                </a:lnTo>
                <a:lnTo>
                  <a:pt x="2712345" y="68878"/>
                </a:lnTo>
                <a:lnTo>
                  <a:pt x="2718398" y="68878"/>
                </a:lnTo>
                <a:lnTo>
                  <a:pt x="2721889" y="60289"/>
                </a:lnTo>
                <a:lnTo>
                  <a:pt x="2726292" y="52640"/>
                </a:lnTo>
                <a:lnTo>
                  <a:pt x="2759014" y="31852"/>
                </a:lnTo>
                <a:lnTo>
                  <a:pt x="2766990" y="31249"/>
                </a:lnTo>
                <a:lnTo>
                  <a:pt x="2827397" y="31249"/>
                </a:lnTo>
                <a:lnTo>
                  <a:pt x="2820653" y="23559"/>
                </a:lnTo>
                <a:lnTo>
                  <a:pt x="2811092" y="15972"/>
                </a:lnTo>
                <a:lnTo>
                  <a:pt x="2800407" y="10552"/>
                </a:lnTo>
                <a:lnTo>
                  <a:pt x="2788596" y="7300"/>
                </a:lnTo>
                <a:lnTo>
                  <a:pt x="2775661" y="6217"/>
                </a:lnTo>
                <a:close/>
              </a:path>
              <a:path w="4235450" h="238125">
                <a:moveTo>
                  <a:pt x="2991580" y="31249"/>
                </a:moveTo>
                <a:lnTo>
                  <a:pt x="2931173" y="31249"/>
                </a:lnTo>
                <a:lnTo>
                  <a:pt x="2939855" y="32097"/>
                </a:lnTo>
                <a:lnTo>
                  <a:pt x="2947902" y="34643"/>
                </a:lnTo>
                <a:lnTo>
                  <a:pt x="2974212" y="69430"/>
                </a:lnTo>
                <a:lnTo>
                  <a:pt x="2975020" y="79513"/>
                </a:lnTo>
                <a:lnTo>
                  <a:pt x="2973548" y="93696"/>
                </a:lnTo>
                <a:lnTo>
                  <a:pt x="2951461" y="140538"/>
                </a:lnTo>
                <a:lnTo>
                  <a:pt x="2919353" y="178741"/>
                </a:lnTo>
                <a:lnTo>
                  <a:pt x="2870148" y="226596"/>
                </a:lnTo>
                <a:lnTo>
                  <a:pt x="2870148" y="232649"/>
                </a:lnTo>
                <a:lnTo>
                  <a:pt x="3001034" y="232649"/>
                </a:lnTo>
                <a:lnTo>
                  <a:pt x="3010026" y="207945"/>
                </a:lnTo>
                <a:lnTo>
                  <a:pt x="2904996" y="207945"/>
                </a:lnTo>
                <a:lnTo>
                  <a:pt x="2911980" y="201155"/>
                </a:lnTo>
                <a:lnTo>
                  <a:pt x="2955878" y="154281"/>
                </a:lnTo>
                <a:lnTo>
                  <a:pt x="2988150" y="111611"/>
                </a:lnTo>
                <a:lnTo>
                  <a:pt x="3002506" y="72887"/>
                </a:lnTo>
                <a:lnTo>
                  <a:pt x="3002997" y="64461"/>
                </a:lnTo>
                <a:lnTo>
                  <a:pt x="3001862" y="53070"/>
                </a:lnTo>
                <a:lnTo>
                  <a:pt x="2998457" y="42456"/>
                </a:lnTo>
                <a:lnTo>
                  <a:pt x="2992782" y="32619"/>
                </a:lnTo>
                <a:lnTo>
                  <a:pt x="2991706" y="31392"/>
                </a:lnTo>
                <a:lnTo>
                  <a:pt x="2991580" y="31249"/>
                </a:lnTo>
                <a:close/>
              </a:path>
              <a:path w="4235450" h="238125">
                <a:moveTo>
                  <a:pt x="3016577" y="189948"/>
                </a:moveTo>
                <a:lnTo>
                  <a:pt x="3010523" y="189948"/>
                </a:lnTo>
                <a:lnTo>
                  <a:pt x="3007687" y="194856"/>
                </a:lnTo>
                <a:lnTo>
                  <a:pt x="3004361" y="198674"/>
                </a:lnTo>
                <a:lnTo>
                  <a:pt x="2974693" y="207945"/>
                </a:lnTo>
                <a:lnTo>
                  <a:pt x="3010026" y="207945"/>
                </a:lnTo>
                <a:lnTo>
                  <a:pt x="3016577" y="189948"/>
                </a:lnTo>
                <a:close/>
              </a:path>
              <a:path w="4235450" h="238125">
                <a:moveTo>
                  <a:pt x="2939845" y="6217"/>
                </a:moveTo>
                <a:lnTo>
                  <a:pt x="2926827" y="7300"/>
                </a:lnTo>
                <a:lnTo>
                  <a:pt x="2927425" y="7300"/>
                </a:lnTo>
                <a:lnTo>
                  <a:pt x="2916572" y="10266"/>
                </a:lnTo>
                <a:lnTo>
                  <a:pt x="2906499" y="15327"/>
                </a:lnTo>
                <a:lnTo>
                  <a:pt x="2897470" y="22414"/>
                </a:lnTo>
                <a:lnTo>
                  <a:pt x="2889964" y="31249"/>
                </a:lnTo>
                <a:lnTo>
                  <a:pt x="2889842" y="31392"/>
                </a:lnTo>
                <a:lnTo>
                  <a:pt x="2883809" y="42128"/>
                </a:lnTo>
                <a:lnTo>
                  <a:pt x="2879371" y="54624"/>
                </a:lnTo>
                <a:lnTo>
                  <a:pt x="2876529" y="68878"/>
                </a:lnTo>
                <a:lnTo>
                  <a:pt x="2882582" y="68878"/>
                </a:lnTo>
                <a:lnTo>
                  <a:pt x="2886072" y="60289"/>
                </a:lnTo>
                <a:lnTo>
                  <a:pt x="2890476" y="52640"/>
                </a:lnTo>
                <a:lnTo>
                  <a:pt x="2923198" y="31852"/>
                </a:lnTo>
                <a:lnTo>
                  <a:pt x="2931173" y="31249"/>
                </a:lnTo>
                <a:lnTo>
                  <a:pt x="2991580" y="31249"/>
                </a:lnTo>
                <a:lnTo>
                  <a:pt x="2984837" y="23559"/>
                </a:lnTo>
                <a:lnTo>
                  <a:pt x="2975276" y="15972"/>
                </a:lnTo>
                <a:lnTo>
                  <a:pt x="2964590" y="10552"/>
                </a:lnTo>
                <a:lnTo>
                  <a:pt x="2952780" y="7300"/>
                </a:lnTo>
                <a:lnTo>
                  <a:pt x="2939845" y="6217"/>
                </a:lnTo>
                <a:close/>
              </a:path>
              <a:path w="4235450" h="238125">
                <a:moveTo>
                  <a:pt x="3176670" y="226596"/>
                </a:moveTo>
                <a:lnTo>
                  <a:pt x="3082595" y="226596"/>
                </a:lnTo>
                <a:lnTo>
                  <a:pt x="3082595" y="232649"/>
                </a:lnTo>
                <a:lnTo>
                  <a:pt x="3176670" y="232649"/>
                </a:lnTo>
                <a:lnTo>
                  <a:pt x="3176670" y="226596"/>
                </a:lnTo>
                <a:close/>
              </a:path>
              <a:path w="4235450" h="238125">
                <a:moveTo>
                  <a:pt x="3145421" y="24704"/>
                </a:moveTo>
                <a:lnTo>
                  <a:pt x="3114008" y="24704"/>
                </a:lnTo>
                <a:lnTo>
                  <a:pt x="3114008" y="206636"/>
                </a:lnTo>
                <a:lnTo>
                  <a:pt x="3112808" y="214598"/>
                </a:lnTo>
                <a:lnTo>
                  <a:pt x="3106482" y="223760"/>
                </a:lnTo>
                <a:lnTo>
                  <a:pt x="3099829" y="226596"/>
                </a:lnTo>
                <a:lnTo>
                  <a:pt x="3160364" y="226596"/>
                </a:lnTo>
                <a:lnTo>
                  <a:pt x="3145421" y="194202"/>
                </a:lnTo>
                <a:lnTo>
                  <a:pt x="3145421" y="24704"/>
                </a:lnTo>
                <a:close/>
              </a:path>
              <a:path w="4235450" h="238125">
                <a:moveTo>
                  <a:pt x="3221008" y="10798"/>
                </a:moveTo>
                <a:lnTo>
                  <a:pt x="3039894" y="10798"/>
                </a:lnTo>
                <a:lnTo>
                  <a:pt x="3037276" y="62825"/>
                </a:lnTo>
                <a:lnTo>
                  <a:pt x="3043493" y="62825"/>
                </a:lnTo>
                <a:lnTo>
                  <a:pt x="3044190" y="53663"/>
                </a:lnTo>
                <a:lnTo>
                  <a:pt x="3044257" y="52790"/>
                </a:lnTo>
                <a:lnTo>
                  <a:pt x="3076978" y="24704"/>
                </a:lnTo>
                <a:lnTo>
                  <a:pt x="3221663" y="24704"/>
                </a:lnTo>
                <a:lnTo>
                  <a:pt x="3221008" y="10798"/>
                </a:lnTo>
                <a:close/>
              </a:path>
              <a:path w="4235450" h="238125">
                <a:moveTo>
                  <a:pt x="3221663" y="24704"/>
                </a:moveTo>
                <a:lnTo>
                  <a:pt x="3185832" y="24704"/>
                </a:lnTo>
                <a:lnTo>
                  <a:pt x="3193194" y="26231"/>
                </a:lnTo>
                <a:lnTo>
                  <a:pt x="3198757" y="29285"/>
                </a:lnTo>
                <a:lnTo>
                  <a:pt x="3217245" y="62825"/>
                </a:lnTo>
                <a:lnTo>
                  <a:pt x="3223462" y="62825"/>
                </a:lnTo>
                <a:lnTo>
                  <a:pt x="3221880" y="29285"/>
                </a:lnTo>
                <a:lnTo>
                  <a:pt x="3221772" y="26995"/>
                </a:lnTo>
                <a:lnTo>
                  <a:pt x="3221663" y="24704"/>
                </a:lnTo>
                <a:close/>
              </a:path>
              <a:path w="4235450" h="238125">
                <a:moveTo>
                  <a:pt x="3378156" y="226596"/>
                </a:moveTo>
                <a:lnTo>
                  <a:pt x="3284081" y="226596"/>
                </a:lnTo>
                <a:lnTo>
                  <a:pt x="3284081" y="232649"/>
                </a:lnTo>
                <a:lnTo>
                  <a:pt x="3378156" y="232649"/>
                </a:lnTo>
                <a:lnTo>
                  <a:pt x="3378156" y="226596"/>
                </a:lnTo>
                <a:close/>
              </a:path>
              <a:path w="4235450" h="238125">
                <a:moveTo>
                  <a:pt x="3346907" y="24704"/>
                </a:moveTo>
                <a:lnTo>
                  <a:pt x="3315494" y="24704"/>
                </a:lnTo>
                <a:lnTo>
                  <a:pt x="3315494" y="206636"/>
                </a:lnTo>
                <a:lnTo>
                  <a:pt x="3314294" y="214598"/>
                </a:lnTo>
                <a:lnTo>
                  <a:pt x="3307968" y="223760"/>
                </a:lnTo>
                <a:lnTo>
                  <a:pt x="3301315" y="226596"/>
                </a:lnTo>
                <a:lnTo>
                  <a:pt x="3361850" y="226596"/>
                </a:lnTo>
                <a:lnTo>
                  <a:pt x="3346907" y="194202"/>
                </a:lnTo>
                <a:lnTo>
                  <a:pt x="3346907" y="24704"/>
                </a:lnTo>
                <a:close/>
              </a:path>
              <a:path w="4235450" h="238125">
                <a:moveTo>
                  <a:pt x="3422493" y="10798"/>
                </a:moveTo>
                <a:lnTo>
                  <a:pt x="3241380" y="10798"/>
                </a:lnTo>
                <a:lnTo>
                  <a:pt x="3238762" y="62825"/>
                </a:lnTo>
                <a:lnTo>
                  <a:pt x="3244979" y="62825"/>
                </a:lnTo>
                <a:lnTo>
                  <a:pt x="3245676" y="53663"/>
                </a:lnTo>
                <a:lnTo>
                  <a:pt x="3245743" y="52790"/>
                </a:lnTo>
                <a:lnTo>
                  <a:pt x="3278464" y="24704"/>
                </a:lnTo>
                <a:lnTo>
                  <a:pt x="3423149" y="24704"/>
                </a:lnTo>
                <a:lnTo>
                  <a:pt x="3422493" y="10798"/>
                </a:lnTo>
                <a:close/>
              </a:path>
              <a:path w="4235450" h="238125">
                <a:moveTo>
                  <a:pt x="3423149" y="24704"/>
                </a:moveTo>
                <a:lnTo>
                  <a:pt x="3387318" y="24704"/>
                </a:lnTo>
                <a:lnTo>
                  <a:pt x="3394680" y="26231"/>
                </a:lnTo>
                <a:lnTo>
                  <a:pt x="3400243" y="29285"/>
                </a:lnTo>
                <a:lnTo>
                  <a:pt x="3418730" y="62825"/>
                </a:lnTo>
                <a:lnTo>
                  <a:pt x="3424948" y="62825"/>
                </a:lnTo>
                <a:lnTo>
                  <a:pt x="3423366" y="29285"/>
                </a:lnTo>
                <a:lnTo>
                  <a:pt x="3423257" y="26995"/>
                </a:lnTo>
                <a:lnTo>
                  <a:pt x="3423149" y="24704"/>
                </a:lnTo>
                <a:close/>
              </a:path>
              <a:path w="4235450" h="238125">
                <a:moveTo>
                  <a:pt x="3528760" y="32557"/>
                </a:moveTo>
                <a:lnTo>
                  <a:pt x="3491512" y="32557"/>
                </a:lnTo>
                <a:lnTo>
                  <a:pt x="3493911" y="33375"/>
                </a:lnTo>
                <a:lnTo>
                  <a:pt x="3495875" y="35012"/>
                </a:lnTo>
                <a:lnTo>
                  <a:pt x="3501765" y="206854"/>
                </a:lnTo>
                <a:lnTo>
                  <a:pt x="3501250" y="213726"/>
                </a:lnTo>
                <a:lnTo>
                  <a:pt x="3473297" y="226596"/>
                </a:lnTo>
                <a:lnTo>
                  <a:pt x="3473297" y="232649"/>
                </a:lnTo>
                <a:lnTo>
                  <a:pt x="3556737" y="232649"/>
                </a:lnTo>
                <a:lnTo>
                  <a:pt x="3556737" y="226596"/>
                </a:lnTo>
                <a:lnTo>
                  <a:pt x="3546702" y="226378"/>
                </a:lnTo>
                <a:lnTo>
                  <a:pt x="3540440" y="225505"/>
                </a:lnTo>
                <a:lnTo>
                  <a:pt x="3540158" y="225505"/>
                </a:lnTo>
                <a:lnTo>
                  <a:pt x="3533504" y="222179"/>
                </a:lnTo>
                <a:lnTo>
                  <a:pt x="3531323" y="219834"/>
                </a:lnTo>
                <a:lnTo>
                  <a:pt x="3530232" y="216780"/>
                </a:lnTo>
                <a:lnTo>
                  <a:pt x="3529251" y="213726"/>
                </a:lnTo>
                <a:lnTo>
                  <a:pt x="3528815" y="206854"/>
                </a:lnTo>
                <a:lnTo>
                  <a:pt x="3528760" y="32557"/>
                </a:lnTo>
                <a:close/>
              </a:path>
              <a:path w="4235450" h="238125">
                <a:moveTo>
                  <a:pt x="3528760" y="6217"/>
                </a:moveTo>
                <a:lnTo>
                  <a:pt x="3523361" y="6217"/>
                </a:lnTo>
                <a:lnTo>
                  <a:pt x="3469370" y="32557"/>
                </a:lnTo>
                <a:lnTo>
                  <a:pt x="3471824" y="37629"/>
                </a:lnTo>
                <a:lnTo>
                  <a:pt x="3479023" y="34248"/>
                </a:lnTo>
                <a:lnTo>
                  <a:pt x="3484640" y="32557"/>
                </a:lnTo>
                <a:lnTo>
                  <a:pt x="3528760" y="32557"/>
                </a:lnTo>
                <a:lnTo>
                  <a:pt x="3528760" y="6217"/>
                </a:lnTo>
                <a:close/>
              </a:path>
              <a:path w="4235450" h="238125">
                <a:moveTo>
                  <a:pt x="3722919" y="31249"/>
                </a:moveTo>
                <a:lnTo>
                  <a:pt x="3662512" y="31249"/>
                </a:lnTo>
                <a:lnTo>
                  <a:pt x="3671194" y="32097"/>
                </a:lnTo>
                <a:lnTo>
                  <a:pt x="3679241" y="34643"/>
                </a:lnTo>
                <a:lnTo>
                  <a:pt x="3705551" y="69430"/>
                </a:lnTo>
                <a:lnTo>
                  <a:pt x="3706359" y="79513"/>
                </a:lnTo>
                <a:lnTo>
                  <a:pt x="3704887" y="93696"/>
                </a:lnTo>
                <a:lnTo>
                  <a:pt x="3682800" y="140538"/>
                </a:lnTo>
                <a:lnTo>
                  <a:pt x="3650692" y="178741"/>
                </a:lnTo>
                <a:lnTo>
                  <a:pt x="3601487" y="226596"/>
                </a:lnTo>
                <a:lnTo>
                  <a:pt x="3601487" y="232649"/>
                </a:lnTo>
                <a:lnTo>
                  <a:pt x="3732373" y="232649"/>
                </a:lnTo>
                <a:lnTo>
                  <a:pt x="3741365" y="207945"/>
                </a:lnTo>
                <a:lnTo>
                  <a:pt x="3636335" y="207945"/>
                </a:lnTo>
                <a:lnTo>
                  <a:pt x="3643319" y="201155"/>
                </a:lnTo>
                <a:lnTo>
                  <a:pt x="3687217" y="154281"/>
                </a:lnTo>
                <a:lnTo>
                  <a:pt x="3719489" y="111611"/>
                </a:lnTo>
                <a:lnTo>
                  <a:pt x="3733845" y="72887"/>
                </a:lnTo>
                <a:lnTo>
                  <a:pt x="3734336" y="64461"/>
                </a:lnTo>
                <a:lnTo>
                  <a:pt x="3733201" y="53070"/>
                </a:lnTo>
                <a:lnTo>
                  <a:pt x="3729796" y="42456"/>
                </a:lnTo>
                <a:lnTo>
                  <a:pt x="3724121" y="32619"/>
                </a:lnTo>
                <a:lnTo>
                  <a:pt x="3723045" y="31392"/>
                </a:lnTo>
                <a:lnTo>
                  <a:pt x="3722919" y="31249"/>
                </a:lnTo>
                <a:close/>
              </a:path>
              <a:path w="4235450" h="238125">
                <a:moveTo>
                  <a:pt x="3747916" y="189948"/>
                </a:moveTo>
                <a:lnTo>
                  <a:pt x="3741862" y="189948"/>
                </a:lnTo>
                <a:lnTo>
                  <a:pt x="3739026" y="194856"/>
                </a:lnTo>
                <a:lnTo>
                  <a:pt x="3735700" y="198674"/>
                </a:lnTo>
                <a:lnTo>
                  <a:pt x="3706032" y="207945"/>
                </a:lnTo>
                <a:lnTo>
                  <a:pt x="3741365" y="207945"/>
                </a:lnTo>
                <a:lnTo>
                  <a:pt x="3747916" y="189948"/>
                </a:lnTo>
                <a:close/>
              </a:path>
              <a:path w="4235450" h="238125">
                <a:moveTo>
                  <a:pt x="3671184" y="6217"/>
                </a:moveTo>
                <a:lnTo>
                  <a:pt x="3658166" y="7300"/>
                </a:lnTo>
                <a:lnTo>
                  <a:pt x="3658764" y="7300"/>
                </a:lnTo>
                <a:lnTo>
                  <a:pt x="3647911" y="10266"/>
                </a:lnTo>
                <a:lnTo>
                  <a:pt x="3615148" y="42128"/>
                </a:lnTo>
                <a:lnTo>
                  <a:pt x="3607868" y="68878"/>
                </a:lnTo>
                <a:lnTo>
                  <a:pt x="3613921" y="68878"/>
                </a:lnTo>
                <a:lnTo>
                  <a:pt x="3617411" y="60289"/>
                </a:lnTo>
                <a:lnTo>
                  <a:pt x="3621815" y="52640"/>
                </a:lnTo>
                <a:lnTo>
                  <a:pt x="3654537" y="31852"/>
                </a:lnTo>
                <a:lnTo>
                  <a:pt x="3662512" y="31249"/>
                </a:lnTo>
                <a:lnTo>
                  <a:pt x="3722919" y="31249"/>
                </a:lnTo>
                <a:lnTo>
                  <a:pt x="3716176" y="23559"/>
                </a:lnTo>
                <a:lnTo>
                  <a:pt x="3706615" y="15972"/>
                </a:lnTo>
                <a:lnTo>
                  <a:pt x="3695929" y="10552"/>
                </a:lnTo>
                <a:lnTo>
                  <a:pt x="3684119" y="7300"/>
                </a:lnTo>
                <a:lnTo>
                  <a:pt x="3671184" y="6217"/>
                </a:lnTo>
                <a:close/>
              </a:path>
              <a:path w="4235450" h="238125">
                <a:moveTo>
                  <a:pt x="3857127" y="32557"/>
                </a:moveTo>
                <a:lnTo>
                  <a:pt x="3819879" y="32557"/>
                </a:lnTo>
                <a:lnTo>
                  <a:pt x="3822278" y="33375"/>
                </a:lnTo>
                <a:lnTo>
                  <a:pt x="3824242" y="35012"/>
                </a:lnTo>
                <a:lnTo>
                  <a:pt x="3830132" y="206854"/>
                </a:lnTo>
                <a:lnTo>
                  <a:pt x="3829618" y="213726"/>
                </a:lnTo>
                <a:lnTo>
                  <a:pt x="3801664" y="226596"/>
                </a:lnTo>
                <a:lnTo>
                  <a:pt x="3801664" y="232649"/>
                </a:lnTo>
                <a:lnTo>
                  <a:pt x="3885104" y="232649"/>
                </a:lnTo>
                <a:lnTo>
                  <a:pt x="3885104" y="226596"/>
                </a:lnTo>
                <a:lnTo>
                  <a:pt x="3875069" y="226378"/>
                </a:lnTo>
                <a:lnTo>
                  <a:pt x="3868807" y="225505"/>
                </a:lnTo>
                <a:lnTo>
                  <a:pt x="3868525" y="225505"/>
                </a:lnTo>
                <a:lnTo>
                  <a:pt x="3861872" y="222179"/>
                </a:lnTo>
                <a:lnTo>
                  <a:pt x="3859690" y="219834"/>
                </a:lnTo>
                <a:lnTo>
                  <a:pt x="3858599" y="216780"/>
                </a:lnTo>
                <a:lnTo>
                  <a:pt x="3857618" y="213726"/>
                </a:lnTo>
                <a:lnTo>
                  <a:pt x="3857182" y="206854"/>
                </a:lnTo>
                <a:lnTo>
                  <a:pt x="3857127" y="32557"/>
                </a:lnTo>
                <a:close/>
              </a:path>
              <a:path w="4235450" h="238125">
                <a:moveTo>
                  <a:pt x="3857127" y="6217"/>
                </a:moveTo>
                <a:lnTo>
                  <a:pt x="3851728" y="6217"/>
                </a:lnTo>
                <a:lnTo>
                  <a:pt x="3797737" y="32557"/>
                </a:lnTo>
                <a:lnTo>
                  <a:pt x="3800191" y="37629"/>
                </a:lnTo>
                <a:lnTo>
                  <a:pt x="3807390" y="34248"/>
                </a:lnTo>
                <a:lnTo>
                  <a:pt x="3813007" y="32557"/>
                </a:lnTo>
                <a:lnTo>
                  <a:pt x="3857127" y="32557"/>
                </a:lnTo>
                <a:lnTo>
                  <a:pt x="3857127" y="6217"/>
                </a:lnTo>
                <a:close/>
              </a:path>
              <a:path w="4235450" h="238125">
                <a:moveTo>
                  <a:pt x="4048796" y="174078"/>
                </a:moveTo>
                <a:lnTo>
                  <a:pt x="4021801" y="174078"/>
                </a:lnTo>
                <a:lnTo>
                  <a:pt x="4021801" y="232649"/>
                </a:lnTo>
                <a:lnTo>
                  <a:pt x="4048796" y="232649"/>
                </a:lnTo>
                <a:lnTo>
                  <a:pt x="4048796" y="174078"/>
                </a:lnTo>
                <a:close/>
              </a:path>
              <a:path w="4235450" h="238125">
                <a:moveTo>
                  <a:pt x="4048796" y="6217"/>
                </a:moveTo>
                <a:lnTo>
                  <a:pt x="4030800" y="6217"/>
                </a:lnTo>
                <a:lnTo>
                  <a:pt x="3927890" y="153136"/>
                </a:lnTo>
                <a:lnTo>
                  <a:pt x="3927890" y="174078"/>
                </a:lnTo>
                <a:lnTo>
                  <a:pt x="4078573" y="174078"/>
                </a:lnTo>
                <a:lnTo>
                  <a:pt x="4078573" y="150846"/>
                </a:lnTo>
                <a:lnTo>
                  <a:pt x="3943924" y="150846"/>
                </a:lnTo>
                <a:lnTo>
                  <a:pt x="4021801" y="40738"/>
                </a:lnTo>
                <a:lnTo>
                  <a:pt x="4048796" y="40738"/>
                </a:lnTo>
                <a:lnTo>
                  <a:pt x="4048796" y="6217"/>
                </a:lnTo>
                <a:close/>
              </a:path>
              <a:path w="4235450" h="238125">
                <a:moveTo>
                  <a:pt x="4048796" y="40738"/>
                </a:moveTo>
                <a:lnTo>
                  <a:pt x="4021801" y="40738"/>
                </a:lnTo>
                <a:lnTo>
                  <a:pt x="4021801" y="150846"/>
                </a:lnTo>
                <a:lnTo>
                  <a:pt x="4048796" y="150846"/>
                </a:lnTo>
                <a:lnTo>
                  <a:pt x="4048796" y="40738"/>
                </a:lnTo>
                <a:close/>
              </a:path>
              <a:path w="4235450" h="238125">
                <a:moveTo>
                  <a:pt x="4170605" y="6217"/>
                </a:moveTo>
                <a:lnTo>
                  <a:pt x="4126268" y="21923"/>
                </a:lnTo>
                <a:lnTo>
                  <a:pt x="4109580" y="59062"/>
                </a:lnTo>
                <a:lnTo>
                  <a:pt x="4109977" y="64952"/>
                </a:lnTo>
                <a:lnTo>
                  <a:pt x="4129458" y="101436"/>
                </a:lnTo>
                <a:lnTo>
                  <a:pt x="4151136" y="120906"/>
                </a:lnTo>
                <a:lnTo>
                  <a:pt x="4139919" y="129474"/>
                </a:lnTo>
                <a:lnTo>
                  <a:pt x="4112647" y="160192"/>
                </a:lnTo>
                <a:lnTo>
                  <a:pt x="4107303" y="179968"/>
                </a:lnTo>
                <a:lnTo>
                  <a:pt x="4107194" y="181277"/>
                </a:lnTo>
                <a:lnTo>
                  <a:pt x="4121196" y="216780"/>
                </a:lnTo>
                <a:lnTo>
                  <a:pt x="4155523" y="235339"/>
                </a:lnTo>
                <a:lnTo>
                  <a:pt x="4170442" y="236576"/>
                </a:lnTo>
                <a:lnTo>
                  <a:pt x="4184226" y="235543"/>
                </a:lnTo>
                <a:lnTo>
                  <a:pt x="4196619" y="232445"/>
                </a:lnTo>
                <a:lnTo>
                  <a:pt x="4206641" y="227741"/>
                </a:lnTo>
                <a:lnTo>
                  <a:pt x="4173060" y="227741"/>
                </a:lnTo>
                <a:lnTo>
                  <a:pt x="4164532" y="226954"/>
                </a:lnTo>
                <a:lnTo>
                  <a:pt x="4135067" y="200398"/>
                </a:lnTo>
                <a:lnTo>
                  <a:pt x="4132216" y="182095"/>
                </a:lnTo>
                <a:lnTo>
                  <a:pt x="4132297" y="178659"/>
                </a:lnTo>
                <a:lnTo>
                  <a:pt x="4138582" y="152441"/>
                </a:lnTo>
                <a:lnTo>
                  <a:pt x="4138702" y="152155"/>
                </a:lnTo>
                <a:lnTo>
                  <a:pt x="4142408" y="145508"/>
                </a:lnTo>
                <a:lnTo>
                  <a:pt x="4147005" y="139107"/>
                </a:lnTo>
                <a:lnTo>
                  <a:pt x="4152476" y="132982"/>
                </a:lnTo>
                <a:lnTo>
                  <a:pt x="4158826" y="127123"/>
                </a:lnTo>
                <a:lnTo>
                  <a:pt x="4205524" y="127123"/>
                </a:lnTo>
                <a:lnTo>
                  <a:pt x="4197693" y="120312"/>
                </a:lnTo>
                <a:lnTo>
                  <a:pt x="4184512" y="109780"/>
                </a:lnTo>
                <a:lnTo>
                  <a:pt x="4194152" y="103399"/>
                </a:lnTo>
                <a:lnTo>
                  <a:pt x="4176823" y="103399"/>
                </a:lnTo>
                <a:lnTo>
                  <a:pt x="4144646" y="76022"/>
                </a:lnTo>
                <a:lnTo>
                  <a:pt x="4133303" y="39320"/>
                </a:lnTo>
                <a:lnTo>
                  <a:pt x="4136793" y="31794"/>
                </a:lnTo>
                <a:lnTo>
                  <a:pt x="4170933" y="15706"/>
                </a:lnTo>
                <a:lnTo>
                  <a:pt x="4206764" y="15706"/>
                </a:lnTo>
                <a:lnTo>
                  <a:pt x="4204963" y="14407"/>
                </a:lnTo>
                <a:lnTo>
                  <a:pt x="4194819" y="9857"/>
                </a:lnTo>
                <a:lnTo>
                  <a:pt x="4183667" y="7198"/>
                </a:lnTo>
                <a:lnTo>
                  <a:pt x="4184371" y="7198"/>
                </a:lnTo>
                <a:lnTo>
                  <a:pt x="4170605" y="6217"/>
                </a:lnTo>
                <a:close/>
              </a:path>
              <a:path w="4235450" h="238125">
                <a:moveTo>
                  <a:pt x="4205524" y="127123"/>
                </a:moveTo>
                <a:lnTo>
                  <a:pt x="4158826" y="127123"/>
                </a:lnTo>
                <a:lnTo>
                  <a:pt x="4175013" y="140446"/>
                </a:lnTo>
                <a:lnTo>
                  <a:pt x="4188234" y="152441"/>
                </a:lnTo>
                <a:lnTo>
                  <a:pt x="4198490" y="163106"/>
                </a:lnTo>
                <a:lnTo>
                  <a:pt x="4205781" y="172442"/>
                </a:lnTo>
                <a:lnTo>
                  <a:pt x="4209926" y="178659"/>
                </a:lnTo>
                <a:lnTo>
                  <a:pt x="4211998" y="185694"/>
                </a:lnTo>
                <a:lnTo>
                  <a:pt x="4211998" y="193547"/>
                </a:lnTo>
                <a:lnTo>
                  <a:pt x="4188970" y="225246"/>
                </a:lnTo>
                <a:lnTo>
                  <a:pt x="4173060" y="227741"/>
                </a:lnTo>
                <a:lnTo>
                  <a:pt x="4206641" y="227741"/>
                </a:lnTo>
                <a:lnTo>
                  <a:pt x="4233929" y="191318"/>
                </a:lnTo>
                <a:lnTo>
                  <a:pt x="4234955" y="178659"/>
                </a:lnTo>
                <a:lnTo>
                  <a:pt x="4234290" y="170836"/>
                </a:lnTo>
                <a:lnTo>
                  <a:pt x="4208440" y="129659"/>
                </a:lnTo>
                <a:lnTo>
                  <a:pt x="4205524" y="127123"/>
                </a:lnTo>
                <a:close/>
              </a:path>
              <a:path w="4235450" h="238125">
                <a:moveTo>
                  <a:pt x="4206764" y="15706"/>
                </a:moveTo>
                <a:lnTo>
                  <a:pt x="4170933" y="15706"/>
                </a:lnTo>
                <a:lnTo>
                  <a:pt x="4178837" y="16319"/>
                </a:lnTo>
                <a:lnTo>
                  <a:pt x="4185862" y="18160"/>
                </a:lnTo>
                <a:lnTo>
                  <a:pt x="4206926" y="52354"/>
                </a:lnTo>
                <a:lnTo>
                  <a:pt x="4206926" y="60971"/>
                </a:lnTo>
                <a:lnTo>
                  <a:pt x="4185739" y="95035"/>
                </a:lnTo>
                <a:lnTo>
                  <a:pt x="4176823" y="103399"/>
                </a:lnTo>
                <a:lnTo>
                  <a:pt x="4194152" y="103399"/>
                </a:lnTo>
                <a:lnTo>
                  <a:pt x="4225189" y="72917"/>
                </a:lnTo>
                <a:lnTo>
                  <a:pt x="4230159" y="53990"/>
                </a:lnTo>
                <a:lnTo>
                  <a:pt x="4229136" y="44920"/>
                </a:lnTo>
                <a:lnTo>
                  <a:pt x="4226068" y="36361"/>
                </a:lnTo>
                <a:lnTo>
                  <a:pt x="4220956" y="28314"/>
                </a:lnTo>
                <a:lnTo>
                  <a:pt x="4213798" y="20778"/>
                </a:lnTo>
                <a:lnTo>
                  <a:pt x="4206764" y="1570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49159" y="9630923"/>
            <a:ext cx="5602296" cy="304964"/>
          </a:xfrm>
          <a:prstGeom prst="rect">
            <a:avLst/>
          </a:prstGeom>
        </p:spPr>
      </p:pic>
      <p:sp>
        <p:nvSpPr>
          <p:cNvPr id="11" name="object 11" descr=""/>
          <p:cNvSpPr/>
          <p:nvPr/>
        </p:nvSpPr>
        <p:spPr>
          <a:xfrm>
            <a:off x="3005404" y="8586133"/>
            <a:ext cx="20320" cy="325120"/>
          </a:xfrm>
          <a:custGeom>
            <a:avLst/>
            <a:gdLst/>
            <a:ahLst/>
            <a:cxnLst/>
            <a:rect l="l" t="t" r="r" b="b"/>
            <a:pathLst>
              <a:path w="20319" h="325120">
                <a:moveTo>
                  <a:pt x="20320" y="0"/>
                </a:moveTo>
                <a:lnTo>
                  <a:pt x="10160" y="0"/>
                </a:lnTo>
                <a:lnTo>
                  <a:pt x="0" y="0"/>
                </a:lnTo>
                <a:lnTo>
                  <a:pt x="0" y="324764"/>
                </a:lnTo>
                <a:lnTo>
                  <a:pt x="10160" y="324764"/>
                </a:lnTo>
                <a:lnTo>
                  <a:pt x="20320" y="324764"/>
                </a:lnTo>
                <a:lnTo>
                  <a:pt x="203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3005404" y="9025908"/>
            <a:ext cx="20320" cy="325120"/>
          </a:xfrm>
          <a:custGeom>
            <a:avLst/>
            <a:gdLst/>
            <a:ahLst/>
            <a:cxnLst/>
            <a:rect l="l" t="t" r="r" b="b"/>
            <a:pathLst>
              <a:path w="20319" h="325120">
                <a:moveTo>
                  <a:pt x="20320" y="0"/>
                </a:moveTo>
                <a:lnTo>
                  <a:pt x="10160" y="0"/>
                </a:lnTo>
                <a:lnTo>
                  <a:pt x="0" y="0"/>
                </a:lnTo>
                <a:lnTo>
                  <a:pt x="0" y="324764"/>
                </a:lnTo>
                <a:lnTo>
                  <a:pt x="10160" y="324764"/>
                </a:lnTo>
                <a:lnTo>
                  <a:pt x="20320" y="324764"/>
                </a:lnTo>
                <a:lnTo>
                  <a:pt x="203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02807" y="3670740"/>
            <a:ext cx="12312390" cy="346602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52331" y="4465344"/>
            <a:ext cx="1416966" cy="14169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251118" y="0"/>
            <a:ext cx="13853160" cy="11308715"/>
          </a:xfrm>
          <a:custGeom>
            <a:avLst/>
            <a:gdLst/>
            <a:ahLst/>
            <a:cxnLst/>
            <a:rect l="l" t="t" r="r" b="b"/>
            <a:pathLst>
              <a:path w="13853160" h="11308715">
                <a:moveTo>
                  <a:pt x="13852981" y="0"/>
                </a:moveTo>
                <a:lnTo>
                  <a:pt x="0" y="0"/>
                </a:lnTo>
                <a:lnTo>
                  <a:pt x="0" y="11308556"/>
                </a:lnTo>
                <a:lnTo>
                  <a:pt x="13852981" y="11308556"/>
                </a:lnTo>
                <a:lnTo>
                  <a:pt x="13852981" y="0"/>
                </a:lnTo>
                <a:close/>
              </a:path>
            </a:pathLst>
          </a:custGeom>
          <a:solidFill>
            <a:srgbClr val="E4E3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32718" y="10526675"/>
            <a:ext cx="10858010" cy="554302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2074" y="2655064"/>
            <a:ext cx="5313892" cy="5432303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19238" y="2544501"/>
            <a:ext cx="6209136" cy="620910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476110" y="3709991"/>
            <a:ext cx="3663670" cy="283450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14449821" y="4324475"/>
            <a:ext cx="419100" cy="408940"/>
          </a:xfrm>
          <a:custGeom>
            <a:avLst/>
            <a:gdLst/>
            <a:ahLst/>
            <a:cxnLst/>
            <a:rect l="l" t="t" r="r" b="b"/>
            <a:pathLst>
              <a:path w="419100" h="408939">
                <a:moveTo>
                  <a:pt x="376951" y="0"/>
                </a:moveTo>
                <a:lnTo>
                  <a:pt x="41883" y="0"/>
                </a:lnTo>
                <a:lnTo>
                  <a:pt x="25580" y="3291"/>
                </a:lnTo>
                <a:lnTo>
                  <a:pt x="12267" y="12267"/>
                </a:lnTo>
                <a:lnTo>
                  <a:pt x="3291" y="25580"/>
                </a:lnTo>
                <a:lnTo>
                  <a:pt x="0" y="41883"/>
                </a:lnTo>
                <a:lnTo>
                  <a:pt x="0" y="366736"/>
                </a:lnTo>
                <a:lnTo>
                  <a:pt x="3291" y="383039"/>
                </a:lnTo>
                <a:lnTo>
                  <a:pt x="12267" y="396352"/>
                </a:lnTo>
                <a:lnTo>
                  <a:pt x="25580" y="405328"/>
                </a:lnTo>
                <a:lnTo>
                  <a:pt x="41883" y="408619"/>
                </a:lnTo>
                <a:lnTo>
                  <a:pt x="376951" y="408619"/>
                </a:lnTo>
                <a:lnTo>
                  <a:pt x="393254" y="405328"/>
                </a:lnTo>
                <a:lnTo>
                  <a:pt x="406568" y="396352"/>
                </a:lnTo>
                <a:lnTo>
                  <a:pt x="415544" y="383039"/>
                </a:lnTo>
                <a:lnTo>
                  <a:pt x="418835" y="366736"/>
                </a:lnTo>
                <a:lnTo>
                  <a:pt x="418835" y="41883"/>
                </a:lnTo>
                <a:lnTo>
                  <a:pt x="415543" y="25580"/>
                </a:lnTo>
                <a:lnTo>
                  <a:pt x="406568" y="12267"/>
                </a:lnTo>
                <a:lnTo>
                  <a:pt x="393254" y="3291"/>
                </a:lnTo>
                <a:lnTo>
                  <a:pt x="376951" y="0"/>
                </a:lnTo>
                <a:close/>
              </a:path>
            </a:pathLst>
          </a:custGeom>
          <a:solidFill>
            <a:srgbClr val="A6A2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974555" y="4426456"/>
            <a:ext cx="1710963" cy="242734"/>
          </a:xfrm>
          <a:prstGeom prst="rect">
            <a:avLst/>
          </a:prstGeom>
        </p:spPr>
      </p:pic>
      <p:sp>
        <p:nvSpPr>
          <p:cNvPr id="9" name="object 9" descr=""/>
          <p:cNvSpPr/>
          <p:nvPr/>
        </p:nvSpPr>
        <p:spPr>
          <a:xfrm>
            <a:off x="14449821" y="4900629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376951" y="0"/>
                </a:moveTo>
                <a:lnTo>
                  <a:pt x="41883" y="0"/>
                </a:lnTo>
                <a:lnTo>
                  <a:pt x="25580" y="3291"/>
                </a:lnTo>
                <a:lnTo>
                  <a:pt x="12267" y="12267"/>
                </a:lnTo>
                <a:lnTo>
                  <a:pt x="3291" y="25580"/>
                </a:lnTo>
                <a:lnTo>
                  <a:pt x="0" y="41883"/>
                </a:lnTo>
                <a:lnTo>
                  <a:pt x="0" y="376951"/>
                </a:lnTo>
                <a:lnTo>
                  <a:pt x="3291" y="393254"/>
                </a:lnTo>
                <a:lnTo>
                  <a:pt x="12267" y="406568"/>
                </a:lnTo>
                <a:lnTo>
                  <a:pt x="25580" y="415544"/>
                </a:lnTo>
                <a:lnTo>
                  <a:pt x="41883" y="418835"/>
                </a:lnTo>
                <a:lnTo>
                  <a:pt x="376951" y="418835"/>
                </a:lnTo>
                <a:lnTo>
                  <a:pt x="393254" y="415543"/>
                </a:lnTo>
                <a:lnTo>
                  <a:pt x="406568" y="406568"/>
                </a:lnTo>
                <a:lnTo>
                  <a:pt x="415544" y="393254"/>
                </a:lnTo>
                <a:lnTo>
                  <a:pt x="418835" y="376951"/>
                </a:lnTo>
                <a:lnTo>
                  <a:pt x="418835" y="41883"/>
                </a:lnTo>
                <a:lnTo>
                  <a:pt x="415543" y="25580"/>
                </a:lnTo>
                <a:lnTo>
                  <a:pt x="406568" y="12267"/>
                </a:lnTo>
                <a:lnTo>
                  <a:pt x="393254" y="3291"/>
                </a:lnTo>
                <a:lnTo>
                  <a:pt x="376951" y="0"/>
                </a:lnTo>
                <a:close/>
              </a:path>
            </a:pathLst>
          </a:custGeom>
          <a:solidFill>
            <a:srgbClr val="6775F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974555" y="5010574"/>
            <a:ext cx="2518478" cy="242734"/>
          </a:xfrm>
          <a:prstGeom prst="rect">
            <a:avLst/>
          </a:prstGeom>
        </p:spPr>
      </p:pic>
      <p:sp>
        <p:nvSpPr>
          <p:cNvPr id="11" name="object 11" descr=""/>
          <p:cNvSpPr/>
          <p:nvPr/>
        </p:nvSpPr>
        <p:spPr>
          <a:xfrm>
            <a:off x="14449821" y="5486999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376951" y="0"/>
                </a:moveTo>
                <a:lnTo>
                  <a:pt x="41883" y="0"/>
                </a:lnTo>
                <a:lnTo>
                  <a:pt x="25580" y="3291"/>
                </a:lnTo>
                <a:lnTo>
                  <a:pt x="12267" y="12267"/>
                </a:lnTo>
                <a:lnTo>
                  <a:pt x="3291" y="25580"/>
                </a:lnTo>
                <a:lnTo>
                  <a:pt x="0" y="41883"/>
                </a:lnTo>
                <a:lnTo>
                  <a:pt x="0" y="376951"/>
                </a:lnTo>
                <a:lnTo>
                  <a:pt x="3291" y="393254"/>
                </a:lnTo>
                <a:lnTo>
                  <a:pt x="12267" y="406568"/>
                </a:lnTo>
                <a:lnTo>
                  <a:pt x="25580" y="415544"/>
                </a:lnTo>
                <a:lnTo>
                  <a:pt x="41883" y="418835"/>
                </a:lnTo>
                <a:lnTo>
                  <a:pt x="376951" y="418835"/>
                </a:lnTo>
                <a:lnTo>
                  <a:pt x="393254" y="415543"/>
                </a:lnTo>
                <a:lnTo>
                  <a:pt x="406568" y="406568"/>
                </a:lnTo>
                <a:lnTo>
                  <a:pt x="415544" y="393254"/>
                </a:lnTo>
                <a:lnTo>
                  <a:pt x="418835" y="376951"/>
                </a:lnTo>
                <a:lnTo>
                  <a:pt x="418835" y="41883"/>
                </a:lnTo>
                <a:lnTo>
                  <a:pt x="415543" y="25580"/>
                </a:lnTo>
                <a:lnTo>
                  <a:pt x="406568" y="12267"/>
                </a:lnTo>
                <a:lnTo>
                  <a:pt x="393254" y="3291"/>
                </a:lnTo>
                <a:lnTo>
                  <a:pt x="376951" y="0"/>
                </a:lnTo>
                <a:close/>
              </a:path>
            </a:pathLst>
          </a:custGeom>
          <a:solidFill>
            <a:srgbClr val="DE0EE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" name="object 1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974555" y="5596944"/>
            <a:ext cx="1470817" cy="242734"/>
          </a:xfrm>
          <a:prstGeom prst="rect">
            <a:avLst/>
          </a:prstGeom>
        </p:spPr>
      </p:pic>
      <p:sp>
        <p:nvSpPr>
          <p:cNvPr id="13" name="object 13" descr=""/>
          <p:cNvSpPr/>
          <p:nvPr/>
        </p:nvSpPr>
        <p:spPr>
          <a:xfrm>
            <a:off x="14449821" y="6073369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376951" y="0"/>
                </a:moveTo>
                <a:lnTo>
                  <a:pt x="41883" y="0"/>
                </a:lnTo>
                <a:lnTo>
                  <a:pt x="25580" y="3291"/>
                </a:lnTo>
                <a:lnTo>
                  <a:pt x="12267" y="12267"/>
                </a:lnTo>
                <a:lnTo>
                  <a:pt x="3291" y="25580"/>
                </a:lnTo>
                <a:lnTo>
                  <a:pt x="0" y="41883"/>
                </a:lnTo>
                <a:lnTo>
                  <a:pt x="0" y="376951"/>
                </a:lnTo>
                <a:lnTo>
                  <a:pt x="3291" y="393254"/>
                </a:lnTo>
                <a:lnTo>
                  <a:pt x="12267" y="406568"/>
                </a:lnTo>
                <a:lnTo>
                  <a:pt x="25580" y="415544"/>
                </a:lnTo>
                <a:lnTo>
                  <a:pt x="41883" y="418835"/>
                </a:lnTo>
                <a:lnTo>
                  <a:pt x="376951" y="418835"/>
                </a:lnTo>
                <a:lnTo>
                  <a:pt x="393254" y="415543"/>
                </a:lnTo>
                <a:lnTo>
                  <a:pt x="406568" y="406568"/>
                </a:lnTo>
                <a:lnTo>
                  <a:pt x="415544" y="393254"/>
                </a:lnTo>
                <a:lnTo>
                  <a:pt x="418835" y="376951"/>
                </a:lnTo>
                <a:lnTo>
                  <a:pt x="418835" y="41883"/>
                </a:lnTo>
                <a:lnTo>
                  <a:pt x="415543" y="25580"/>
                </a:lnTo>
                <a:lnTo>
                  <a:pt x="406568" y="12267"/>
                </a:lnTo>
                <a:lnTo>
                  <a:pt x="393254" y="3291"/>
                </a:lnTo>
                <a:lnTo>
                  <a:pt x="376951" y="0"/>
                </a:lnTo>
                <a:close/>
              </a:path>
            </a:pathLst>
          </a:custGeom>
          <a:solidFill>
            <a:srgbClr val="1510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14974555" y="6180457"/>
            <a:ext cx="814069" cy="194945"/>
          </a:xfrm>
          <a:custGeom>
            <a:avLst/>
            <a:gdLst/>
            <a:ahLst/>
            <a:cxnLst/>
            <a:rect l="l" t="t" r="r" b="b"/>
            <a:pathLst>
              <a:path w="814069" h="194945">
                <a:moveTo>
                  <a:pt x="22131" y="8567"/>
                </a:moveTo>
                <a:lnTo>
                  <a:pt x="0" y="8567"/>
                </a:lnTo>
                <a:lnTo>
                  <a:pt x="0" y="191331"/>
                </a:lnTo>
                <a:lnTo>
                  <a:pt x="107088" y="191331"/>
                </a:lnTo>
                <a:lnTo>
                  <a:pt x="107088" y="171698"/>
                </a:lnTo>
                <a:lnTo>
                  <a:pt x="22131" y="171698"/>
                </a:lnTo>
                <a:lnTo>
                  <a:pt x="22131" y="8567"/>
                </a:lnTo>
                <a:close/>
              </a:path>
              <a:path w="814069" h="194945">
                <a:moveTo>
                  <a:pt x="234147" y="71035"/>
                </a:moveTo>
                <a:lnTo>
                  <a:pt x="201386" y="71035"/>
                </a:lnTo>
                <a:lnTo>
                  <a:pt x="208614" y="73474"/>
                </a:lnTo>
                <a:lnTo>
                  <a:pt x="213374" y="78353"/>
                </a:lnTo>
                <a:lnTo>
                  <a:pt x="218193" y="83231"/>
                </a:lnTo>
                <a:lnTo>
                  <a:pt x="220602" y="90073"/>
                </a:lnTo>
                <a:lnTo>
                  <a:pt x="220602" y="102983"/>
                </a:lnTo>
                <a:lnTo>
                  <a:pt x="219382" y="105363"/>
                </a:lnTo>
                <a:lnTo>
                  <a:pt x="216943" y="106731"/>
                </a:lnTo>
                <a:lnTo>
                  <a:pt x="214563" y="108099"/>
                </a:lnTo>
                <a:lnTo>
                  <a:pt x="210756" y="109081"/>
                </a:lnTo>
                <a:lnTo>
                  <a:pt x="205520" y="109676"/>
                </a:lnTo>
                <a:lnTo>
                  <a:pt x="200344" y="110212"/>
                </a:lnTo>
                <a:lnTo>
                  <a:pt x="193592" y="111015"/>
                </a:lnTo>
                <a:lnTo>
                  <a:pt x="154296" y="118927"/>
                </a:lnTo>
                <a:lnTo>
                  <a:pt x="136716" y="133325"/>
                </a:lnTo>
                <a:lnTo>
                  <a:pt x="133622" y="138203"/>
                </a:lnTo>
                <a:lnTo>
                  <a:pt x="132075" y="144569"/>
                </a:lnTo>
                <a:lnTo>
                  <a:pt x="132075" y="161346"/>
                </a:lnTo>
                <a:lnTo>
                  <a:pt x="162268" y="192908"/>
                </a:lnTo>
                <a:lnTo>
                  <a:pt x="170151" y="194544"/>
                </a:lnTo>
                <a:lnTo>
                  <a:pt x="186810" y="194544"/>
                </a:lnTo>
                <a:lnTo>
                  <a:pt x="218103" y="175744"/>
                </a:lnTo>
                <a:lnTo>
                  <a:pt x="174109" y="175744"/>
                </a:lnTo>
                <a:lnTo>
                  <a:pt x="166731" y="173781"/>
                </a:lnTo>
                <a:lnTo>
                  <a:pt x="161257" y="170092"/>
                </a:lnTo>
                <a:lnTo>
                  <a:pt x="155843" y="166344"/>
                </a:lnTo>
                <a:lnTo>
                  <a:pt x="153136" y="160811"/>
                </a:lnTo>
                <a:lnTo>
                  <a:pt x="153136" y="148139"/>
                </a:lnTo>
                <a:lnTo>
                  <a:pt x="193027" y="129220"/>
                </a:lnTo>
                <a:lnTo>
                  <a:pt x="196715" y="128744"/>
                </a:lnTo>
                <a:lnTo>
                  <a:pt x="220602" y="122437"/>
                </a:lnTo>
                <a:lnTo>
                  <a:pt x="241663" y="122437"/>
                </a:lnTo>
                <a:lnTo>
                  <a:pt x="241663" y="101020"/>
                </a:lnTo>
                <a:lnTo>
                  <a:pt x="241328" y="93267"/>
                </a:lnTo>
                <a:lnTo>
                  <a:pt x="240382" y="86741"/>
                </a:lnTo>
                <a:lnTo>
                  <a:pt x="240324" y="86340"/>
                </a:lnTo>
                <a:lnTo>
                  <a:pt x="238651" y="80238"/>
                </a:lnTo>
                <a:lnTo>
                  <a:pt x="236308" y="74962"/>
                </a:lnTo>
                <a:lnTo>
                  <a:pt x="234147" y="71035"/>
                </a:lnTo>
                <a:close/>
              </a:path>
              <a:path w="814069" h="194945">
                <a:moveTo>
                  <a:pt x="241663" y="172769"/>
                </a:moveTo>
                <a:lnTo>
                  <a:pt x="220602" y="172769"/>
                </a:lnTo>
                <a:lnTo>
                  <a:pt x="220602" y="191331"/>
                </a:lnTo>
                <a:lnTo>
                  <a:pt x="241663" y="191331"/>
                </a:lnTo>
                <a:lnTo>
                  <a:pt x="241663" y="172769"/>
                </a:lnTo>
                <a:close/>
              </a:path>
              <a:path w="814069" h="194945">
                <a:moveTo>
                  <a:pt x="241663" y="122437"/>
                </a:moveTo>
                <a:lnTo>
                  <a:pt x="220602" y="122437"/>
                </a:lnTo>
                <a:lnTo>
                  <a:pt x="220602" y="147425"/>
                </a:lnTo>
                <a:lnTo>
                  <a:pt x="219115" y="152868"/>
                </a:lnTo>
                <a:lnTo>
                  <a:pt x="216140" y="158044"/>
                </a:lnTo>
                <a:lnTo>
                  <a:pt x="213225" y="163220"/>
                </a:lnTo>
                <a:lnTo>
                  <a:pt x="208882" y="167444"/>
                </a:lnTo>
                <a:lnTo>
                  <a:pt x="197399" y="173989"/>
                </a:lnTo>
                <a:lnTo>
                  <a:pt x="189869" y="175744"/>
                </a:lnTo>
                <a:lnTo>
                  <a:pt x="218103" y="175744"/>
                </a:lnTo>
                <a:lnTo>
                  <a:pt x="219531" y="172769"/>
                </a:lnTo>
                <a:lnTo>
                  <a:pt x="241663" y="172769"/>
                </a:lnTo>
                <a:lnTo>
                  <a:pt x="241663" y="122437"/>
                </a:lnTo>
                <a:close/>
              </a:path>
              <a:path w="814069" h="194945">
                <a:moveTo>
                  <a:pt x="195377" y="52473"/>
                </a:moveTo>
                <a:lnTo>
                  <a:pt x="184073" y="52473"/>
                </a:lnTo>
                <a:lnTo>
                  <a:pt x="177053" y="53425"/>
                </a:lnTo>
                <a:lnTo>
                  <a:pt x="139572" y="76270"/>
                </a:lnTo>
                <a:lnTo>
                  <a:pt x="136002" y="84599"/>
                </a:lnTo>
                <a:lnTo>
                  <a:pt x="155992" y="91739"/>
                </a:lnTo>
                <a:lnTo>
                  <a:pt x="158312" y="86741"/>
                </a:lnTo>
                <a:lnTo>
                  <a:pt x="162328" y="82041"/>
                </a:lnTo>
                <a:lnTo>
                  <a:pt x="173751" y="73236"/>
                </a:lnTo>
                <a:lnTo>
                  <a:pt x="181634" y="71035"/>
                </a:lnTo>
                <a:lnTo>
                  <a:pt x="234147" y="71035"/>
                </a:lnTo>
                <a:lnTo>
                  <a:pt x="232739" y="68477"/>
                </a:lnTo>
                <a:lnTo>
                  <a:pt x="228247" y="63628"/>
                </a:lnTo>
                <a:lnTo>
                  <a:pt x="217479" y="57203"/>
                </a:lnTo>
                <a:lnTo>
                  <a:pt x="211916" y="55091"/>
                </a:lnTo>
                <a:lnTo>
                  <a:pt x="206145" y="54079"/>
                </a:lnTo>
                <a:lnTo>
                  <a:pt x="200434" y="53008"/>
                </a:lnTo>
                <a:lnTo>
                  <a:pt x="195377" y="52473"/>
                </a:lnTo>
                <a:close/>
              </a:path>
              <a:path w="814069" h="194945">
                <a:moveTo>
                  <a:pt x="300450" y="54377"/>
                </a:moveTo>
                <a:lnTo>
                  <a:pt x="280103" y="54377"/>
                </a:lnTo>
                <a:lnTo>
                  <a:pt x="280103" y="191331"/>
                </a:lnTo>
                <a:lnTo>
                  <a:pt x="301164" y="191331"/>
                </a:lnTo>
                <a:lnTo>
                  <a:pt x="301164" y="100901"/>
                </a:lnTo>
                <a:lnTo>
                  <a:pt x="302681" y="94118"/>
                </a:lnTo>
                <a:lnTo>
                  <a:pt x="308749" y="82934"/>
                </a:lnTo>
                <a:lnTo>
                  <a:pt x="312884" y="78680"/>
                </a:lnTo>
                <a:lnTo>
                  <a:pt x="318120" y="75765"/>
                </a:lnTo>
                <a:lnTo>
                  <a:pt x="300450" y="75765"/>
                </a:lnTo>
                <a:lnTo>
                  <a:pt x="300450" y="54377"/>
                </a:lnTo>
                <a:close/>
              </a:path>
              <a:path w="814069" h="194945">
                <a:moveTo>
                  <a:pt x="380840" y="71392"/>
                </a:moveTo>
                <a:lnTo>
                  <a:pt x="345903" y="71392"/>
                </a:lnTo>
                <a:lnTo>
                  <a:pt x="353578" y="74426"/>
                </a:lnTo>
                <a:lnTo>
                  <a:pt x="359170" y="80494"/>
                </a:lnTo>
                <a:lnTo>
                  <a:pt x="367559" y="191331"/>
                </a:lnTo>
                <a:lnTo>
                  <a:pt x="388620" y="191331"/>
                </a:lnTo>
                <a:lnTo>
                  <a:pt x="388620" y="104232"/>
                </a:lnTo>
                <a:lnTo>
                  <a:pt x="388475" y="100901"/>
                </a:lnTo>
                <a:lnTo>
                  <a:pt x="388351" y="98030"/>
                </a:lnTo>
                <a:lnTo>
                  <a:pt x="388257" y="95866"/>
                </a:lnTo>
                <a:lnTo>
                  <a:pt x="387169" y="88258"/>
                </a:lnTo>
                <a:lnTo>
                  <a:pt x="385357" y="81409"/>
                </a:lnTo>
                <a:lnTo>
                  <a:pt x="382819" y="75318"/>
                </a:lnTo>
                <a:lnTo>
                  <a:pt x="380840" y="71392"/>
                </a:lnTo>
                <a:close/>
              </a:path>
              <a:path w="814069" h="194945">
                <a:moveTo>
                  <a:pt x="351496" y="52473"/>
                </a:moveTo>
                <a:lnTo>
                  <a:pt x="342215" y="52473"/>
                </a:lnTo>
                <a:lnTo>
                  <a:pt x="334808" y="52875"/>
                </a:lnTo>
                <a:lnTo>
                  <a:pt x="302194" y="75765"/>
                </a:lnTo>
                <a:lnTo>
                  <a:pt x="318120" y="75765"/>
                </a:lnTo>
                <a:lnTo>
                  <a:pt x="323415" y="72850"/>
                </a:lnTo>
                <a:lnTo>
                  <a:pt x="329423" y="71392"/>
                </a:lnTo>
                <a:lnTo>
                  <a:pt x="380840" y="71392"/>
                </a:lnTo>
                <a:lnTo>
                  <a:pt x="378952" y="67644"/>
                </a:lnTo>
                <a:lnTo>
                  <a:pt x="373538" y="61932"/>
                </a:lnTo>
                <a:lnTo>
                  <a:pt x="359616" y="54377"/>
                </a:lnTo>
                <a:lnTo>
                  <a:pt x="351496" y="52473"/>
                </a:lnTo>
                <a:close/>
              </a:path>
              <a:path w="814069" h="194945">
                <a:moveTo>
                  <a:pt x="488145" y="52473"/>
                </a:moveTo>
                <a:lnTo>
                  <a:pt x="479221" y="52473"/>
                </a:lnTo>
                <a:lnTo>
                  <a:pt x="470821" y="53014"/>
                </a:lnTo>
                <a:lnTo>
                  <a:pt x="436943" y="71593"/>
                </a:lnTo>
                <a:lnTo>
                  <a:pt x="421142" y="112710"/>
                </a:lnTo>
                <a:lnTo>
                  <a:pt x="420695" y="122794"/>
                </a:lnTo>
                <a:lnTo>
                  <a:pt x="420679" y="123151"/>
                </a:lnTo>
                <a:lnTo>
                  <a:pt x="421142" y="133676"/>
                </a:lnTo>
                <a:lnTo>
                  <a:pt x="422498" y="143242"/>
                </a:lnTo>
                <a:lnTo>
                  <a:pt x="422531" y="143476"/>
                </a:lnTo>
                <a:lnTo>
                  <a:pt x="442409" y="180712"/>
                </a:lnTo>
                <a:lnTo>
                  <a:pt x="478864" y="194187"/>
                </a:lnTo>
                <a:lnTo>
                  <a:pt x="487669" y="194187"/>
                </a:lnTo>
                <a:lnTo>
                  <a:pt x="515553" y="175268"/>
                </a:lnTo>
                <a:lnTo>
                  <a:pt x="472915" y="175268"/>
                </a:lnTo>
                <a:lnTo>
                  <a:pt x="465916" y="173067"/>
                </a:lnTo>
                <a:lnTo>
                  <a:pt x="465690" y="173067"/>
                </a:lnTo>
                <a:lnTo>
                  <a:pt x="459703" y="168396"/>
                </a:lnTo>
                <a:lnTo>
                  <a:pt x="453698" y="163607"/>
                </a:lnTo>
                <a:lnTo>
                  <a:pt x="449236" y="157301"/>
                </a:lnTo>
                <a:lnTo>
                  <a:pt x="446202" y="149388"/>
                </a:lnTo>
                <a:lnTo>
                  <a:pt x="444324" y="143476"/>
                </a:lnTo>
                <a:lnTo>
                  <a:pt x="444250" y="143242"/>
                </a:lnTo>
                <a:lnTo>
                  <a:pt x="442855" y="136761"/>
                </a:lnTo>
                <a:lnTo>
                  <a:pt x="442066" y="130330"/>
                </a:lnTo>
                <a:lnTo>
                  <a:pt x="442019" y="129945"/>
                </a:lnTo>
                <a:lnTo>
                  <a:pt x="441754" y="123151"/>
                </a:lnTo>
                <a:lnTo>
                  <a:pt x="441740" y="122794"/>
                </a:lnTo>
                <a:lnTo>
                  <a:pt x="453520" y="82785"/>
                </a:lnTo>
                <a:lnTo>
                  <a:pt x="472796" y="71392"/>
                </a:lnTo>
                <a:lnTo>
                  <a:pt x="515679" y="71392"/>
                </a:lnTo>
                <a:lnTo>
                  <a:pt x="515125" y="70618"/>
                </a:lnTo>
                <a:lnTo>
                  <a:pt x="512329" y="66930"/>
                </a:lnTo>
                <a:lnTo>
                  <a:pt x="509593" y="63182"/>
                </a:lnTo>
                <a:lnTo>
                  <a:pt x="505606" y="59850"/>
                </a:lnTo>
                <a:lnTo>
                  <a:pt x="500371" y="56935"/>
                </a:lnTo>
                <a:lnTo>
                  <a:pt x="495195" y="53960"/>
                </a:lnTo>
                <a:lnTo>
                  <a:pt x="488145" y="52473"/>
                </a:lnTo>
                <a:close/>
              </a:path>
              <a:path w="814069" h="194945">
                <a:moveTo>
                  <a:pt x="541689" y="170270"/>
                </a:moveTo>
                <a:lnTo>
                  <a:pt x="521342" y="170270"/>
                </a:lnTo>
                <a:lnTo>
                  <a:pt x="521342" y="191331"/>
                </a:lnTo>
                <a:lnTo>
                  <a:pt x="541689" y="191331"/>
                </a:lnTo>
                <a:lnTo>
                  <a:pt x="541689" y="170270"/>
                </a:lnTo>
                <a:close/>
              </a:path>
              <a:path w="814069" h="194945">
                <a:moveTo>
                  <a:pt x="515679" y="71392"/>
                </a:moveTo>
                <a:lnTo>
                  <a:pt x="490287" y="71392"/>
                </a:lnTo>
                <a:lnTo>
                  <a:pt x="497880" y="73682"/>
                </a:lnTo>
                <a:lnTo>
                  <a:pt x="497645" y="73682"/>
                </a:lnTo>
                <a:lnTo>
                  <a:pt x="503316" y="77906"/>
                </a:lnTo>
                <a:lnTo>
                  <a:pt x="509146" y="82190"/>
                </a:lnTo>
                <a:lnTo>
                  <a:pt x="513549" y="88199"/>
                </a:lnTo>
                <a:lnTo>
                  <a:pt x="520986" y="122794"/>
                </a:lnTo>
                <a:lnTo>
                  <a:pt x="520716" y="129945"/>
                </a:lnTo>
                <a:lnTo>
                  <a:pt x="520701" y="130330"/>
                </a:lnTo>
                <a:lnTo>
                  <a:pt x="519926" y="136761"/>
                </a:lnTo>
                <a:lnTo>
                  <a:pt x="519848" y="137408"/>
                </a:lnTo>
                <a:lnTo>
                  <a:pt x="518594" y="143242"/>
                </a:lnTo>
                <a:lnTo>
                  <a:pt x="490168" y="175268"/>
                </a:lnTo>
                <a:lnTo>
                  <a:pt x="515553" y="175268"/>
                </a:lnTo>
                <a:lnTo>
                  <a:pt x="517297" y="172769"/>
                </a:lnTo>
                <a:lnTo>
                  <a:pt x="518844" y="170270"/>
                </a:lnTo>
                <a:lnTo>
                  <a:pt x="541689" y="170270"/>
                </a:lnTo>
                <a:lnTo>
                  <a:pt x="541689" y="76032"/>
                </a:lnTo>
                <a:lnTo>
                  <a:pt x="518844" y="76032"/>
                </a:lnTo>
                <a:lnTo>
                  <a:pt x="517316" y="73682"/>
                </a:lnTo>
                <a:lnTo>
                  <a:pt x="515679" y="71392"/>
                </a:lnTo>
                <a:close/>
              </a:path>
              <a:path w="814069" h="194945">
                <a:moveTo>
                  <a:pt x="541689" y="8567"/>
                </a:moveTo>
                <a:lnTo>
                  <a:pt x="520629" y="8567"/>
                </a:lnTo>
                <a:lnTo>
                  <a:pt x="520629" y="76032"/>
                </a:lnTo>
                <a:lnTo>
                  <a:pt x="541689" y="76032"/>
                </a:lnTo>
                <a:lnTo>
                  <a:pt x="541689" y="8567"/>
                </a:lnTo>
                <a:close/>
              </a:path>
              <a:path w="814069" h="194945">
                <a:moveTo>
                  <a:pt x="636195" y="0"/>
                </a:moveTo>
                <a:lnTo>
                  <a:pt x="624475" y="0"/>
                </a:lnTo>
                <a:lnTo>
                  <a:pt x="618258" y="1308"/>
                </a:lnTo>
                <a:lnTo>
                  <a:pt x="606478" y="6544"/>
                </a:lnTo>
                <a:lnTo>
                  <a:pt x="601689" y="10470"/>
                </a:lnTo>
                <a:lnTo>
                  <a:pt x="594303" y="20971"/>
                </a:lnTo>
                <a:lnTo>
                  <a:pt x="592467" y="27486"/>
                </a:lnTo>
                <a:lnTo>
                  <a:pt x="592467" y="191331"/>
                </a:lnTo>
                <a:lnTo>
                  <a:pt x="613528" y="191331"/>
                </a:lnTo>
                <a:lnTo>
                  <a:pt x="613528" y="33554"/>
                </a:lnTo>
                <a:lnTo>
                  <a:pt x="615045" y="28408"/>
                </a:lnTo>
                <a:lnTo>
                  <a:pt x="618079" y="24898"/>
                </a:lnTo>
                <a:lnTo>
                  <a:pt x="621147" y="21417"/>
                </a:lnTo>
                <a:lnTo>
                  <a:pt x="622366" y="20971"/>
                </a:lnTo>
                <a:lnTo>
                  <a:pt x="626200" y="19632"/>
                </a:lnTo>
                <a:lnTo>
                  <a:pt x="645655" y="19632"/>
                </a:lnTo>
                <a:lnTo>
                  <a:pt x="651009" y="3569"/>
                </a:lnTo>
                <a:lnTo>
                  <a:pt x="649403" y="2855"/>
                </a:lnTo>
                <a:lnTo>
                  <a:pt x="646963" y="2082"/>
                </a:lnTo>
                <a:lnTo>
                  <a:pt x="640419" y="416"/>
                </a:lnTo>
                <a:lnTo>
                  <a:pt x="636195" y="0"/>
                </a:lnTo>
                <a:close/>
              </a:path>
              <a:path w="814069" h="194945">
                <a:moveTo>
                  <a:pt x="592467" y="54258"/>
                </a:moveTo>
                <a:lnTo>
                  <a:pt x="570336" y="54258"/>
                </a:lnTo>
                <a:lnTo>
                  <a:pt x="570336" y="72106"/>
                </a:lnTo>
                <a:lnTo>
                  <a:pt x="592467" y="72106"/>
                </a:lnTo>
                <a:lnTo>
                  <a:pt x="592467" y="54258"/>
                </a:lnTo>
                <a:close/>
              </a:path>
              <a:path w="814069" h="194945">
                <a:moveTo>
                  <a:pt x="644227" y="54258"/>
                </a:moveTo>
                <a:lnTo>
                  <a:pt x="613528" y="54258"/>
                </a:lnTo>
                <a:lnTo>
                  <a:pt x="613528" y="72106"/>
                </a:lnTo>
                <a:lnTo>
                  <a:pt x="644227" y="72106"/>
                </a:lnTo>
                <a:lnTo>
                  <a:pt x="644227" y="54258"/>
                </a:lnTo>
                <a:close/>
              </a:path>
              <a:path w="814069" h="194945">
                <a:moveTo>
                  <a:pt x="645655" y="19632"/>
                </a:moveTo>
                <a:lnTo>
                  <a:pt x="636195" y="19632"/>
                </a:lnTo>
                <a:lnTo>
                  <a:pt x="638634" y="19900"/>
                </a:lnTo>
                <a:lnTo>
                  <a:pt x="642382" y="20971"/>
                </a:lnTo>
                <a:lnTo>
                  <a:pt x="643870" y="21417"/>
                </a:lnTo>
                <a:lnTo>
                  <a:pt x="644941" y="21774"/>
                </a:lnTo>
                <a:lnTo>
                  <a:pt x="645565" y="19900"/>
                </a:lnTo>
                <a:lnTo>
                  <a:pt x="645655" y="19632"/>
                </a:lnTo>
                <a:close/>
              </a:path>
              <a:path w="814069" h="194945">
                <a:moveTo>
                  <a:pt x="694804" y="54258"/>
                </a:moveTo>
                <a:lnTo>
                  <a:pt x="673743" y="54258"/>
                </a:lnTo>
                <a:lnTo>
                  <a:pt x="673743" y="191331"/>
                </a:lnTo>
                <a:lnTo>
                  <a:pt x="694804" y="191331"/>
                </a:lnTo>
                <a:lnTo>
                  <a:pt x="694804" y="54258"/>
                </a:lnTo>
                <a:close/>
              </a:path>
              <a:path w="814069" h="194945">
                <a:moveTo>
                  <a:pt x="688557" y="2855"/>
                </a:moveTo>
                <a:lnTo>
                  <a:pt x="680347" y="2855"/>
                </a:lnTo>
                <a:lnTo>
                  <a:pt x="676807" y="4253"/>
                </a:lnTo>
                <a:lnTo>
                  <a:pt x="673832" y="7050"/>
                </a:lnTo>
                <a:lnTo>
                  <a:pt x="670917" y="9846"/>
                </a:lnTo>
                <a:lnTo>
                  <a:pt x="669459" y="13207"/>
                </a:lnTo>
                <a:lnTo>
                  <a:pt x="669459" y="21060"/>
                </a:lnTo>
                <a:lnTo>
                  <a:pt x="670917" y="24422"/>
                </a:lnTo>
                <a:lnTo>
                  <a:pt x="673832" y="27218"/>
                </a:lnTo>
                <a:lnTo>
                  <a:pt x="676807" y="30014"/>
                </a:lnTo>
                <a:lnTo>
                  <a:pt x="680347" y="31412"/>
                </a:lnTo>
                <a:lnTo>
                  <a:pt x="688557" y="31412"/>
                </a:lnTo>
                <a:lnTo>
                  <a:pt x="692067" y="30014"/>
                </a:lnTo>
                <a:lnTo>
                  <a:pt x="694982" y="27218"/>
                </a:lnTo>
                <a:lnTo>
                  <a:pt x="697957" y="24422"/>
                </a:lnTo>
                <a:lnTo>
                  <a:pt x="699444" y="21060"/>
                </a:lnTo>
                <a:lnTo>
                  <a:pt x="699444" y="13207"/>
                </a:lnTo>
                <a:lnTo>
                  <a:pt x="697957" y="9846"/>
                </a:lnTo>
                <a:lnTo>
                  <a:pt x="694982" y="7050"/>
                </a:lnTo>
                <a:lnTo>
                  <a:pt x="692067" y="4253"/>
                </a:lnTo>
                <a:lnTo>
                  <a:pt x="688557" y="2855"/>
                </a:lnTo>
                <a:close/>
              </a:path>
              <a:path w="814069" h="194945">
                <a:moveTo>
                  <a:pt x="754439" y="8567"/>
                </a:moveTo>
                <a:lnTo>
                  <a:pt x="733378" y="8567"/>
                </a:lnTo>
                <a:lnTo>
                  <a:pt x="733378" y="191331"/>
                </a:lnTo>
                <a:lnTo>
                  <a:pt x="754439" y="191331"/>
                </a:lnTo>
                <a:lnTo>
                  <a:pt x="754439" y="8567"/>
                </a:lnTo>
                <a:close/>
              </a:path>
              <a:path w="814069" h="194945">
                <a:moveTo>
                  <a:pt x="814074" y="8567"/>
                </a:moveTo>
                <a:lnTo>
                  <a:pt x="793013" y="8567"/>
                </a:lnTo>
                <a:lnTo>
                  <a:pt x="793013" y="191331"/>
                </a:lnTo>
                <a:lnTo>
                  <a:pt x="814074" y="191331"/>
                </a:lnTo>
                <a:lnTo>
                  <a:pt x="814074" y="85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14449821" y="6659738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376951" y="0"/>
                </a:moveTo>
                <a:lnTo>
                  <a:pt x="41883" y="0"/>
                </a:lnTo>
                <a:lnTo>
                  <a:pt x="25580" y="3291"/>
                </a:lnTo>
                <a:lnTo>
                  <a:pt x="12267" y="12267"/>
                </a:lnTo>
                <a:lnTo>
                  <a:pt x="3291" y="25580"/>
                </a:lnTo>
                <a:lnTo>
                  <a:pt x="0" y="41883"/>
                </a:lnTo>
                <a:lnTo>
                  <a:pt x="0" y="376951"/>
                </a:lnTo>
                <a:lnTo>
                  <a:pt x="3291" y="393254"/>
                </a:lnTo>
                <a:lnTo>
                  <a:pt x="12267" y="406568"/>
                </a:lnTo>
                <a:lnTo>
                  <a:pt x="25580" y="415544"/>
                </a:lnTo>
                <a:lnTo>
                  <a:pt x="41883" y="418835"/>
                </a:lnTo>
                <a:lnTo>
                  <a:pt x="376951" y="418835"/>
                </a:lnTo>
                <a:lnTo>
                  <a:pt x="393254" y="415543"/>
                </a:lnTo>
                <a:lnTo>
                  <a:pt x="406568" y="406568"/>
                </a:lnTo>
                <a:lnTo>
                  <a:pt x="415544" y="393254"/>
                </a:lnTo>
                <a:lnTo>
                  <a:pt x="418835" y="376951"/>
                </a:lnTo>
                <a:lnTo>
                  <a:pt x="418835" y="41883"/>
                </a:lnTo>
                <a:lnTo>
                  <a:pt x="415543" y="25580"/>
                </a:lnTo>
                <a:lnTo>
                  <a:pt x="406568" y="12267"/>
                </a:lnTo>
                <a:lnTo>
                  <a:pt x="393254" y="3291"/>
                </a:lnTo>
                <a:lnTo>
                  <a:pt x="376951" y="0"/>
                </a:lnTo>
                <a:close/>
              </a:path>
            </a:pathLst>
          </a:custGeom>
          <a:solidFill>
            <a:srgbClr val="2EF99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6" name="object 16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974555" y="6769682"/>
            <a:ext cx="1348423" cy="191688"/>
          </a:xfrm>
          <a:prstGeom prst="rect">
            <a:avLst/>
          </a:prstGeom>
        </p:spPr>
      </p:pic>
      <p:sp>
        <p:nvSpPr>
          <p:cNvPr id="17" name="object 17" descr=""/>
          <p:cNvSpPr/>
          <p:nvPr/>
        </p:nvSpPr>
        <p:spPr>
          <a:xfrm>
            <a:off x="14449821" y="7246108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376951" y="0"/>
                </a:moveTo>
                <a:lnTo>
                  <a:pt x="41883" y="0"/>
                </a:lnTo>
                <a:lnTo>
                  <a:pt x="25580" y="3291"/>
                </a:lnTo>
                <a:lnTo>
                  <a:pt x="12267" y="12267"/>
                </a:lnTo>
                <a:lnTo>
                  <a:pt x="3291" y="25580"/>
                </a:lnTo>
                <a:lnTo>
                  <a:pt x="0" y="41883"/>
                </a:lnTo>
                <a:lnTo>
                  <a:pt x="0" y="376951"/>
                </a:lnTo>
                <a:lnTo>
                  <a:pt x="3291" y="393254"/>
                </a:lnTo>
                <a:lnTo>
                  <a:pt x="12267" y="406568"/>
                </a:lnTo>
                <a:lnTo>
                  <a:pt x="25580" y="415544"/>
                </a:lnTo>
                <a:lnTo>
                  <a:pt x="41883" y="418835"/>
                </a:lnTo>
                <a:lnTo>
                  <a:pt x="376951" y="418835"/>
                </a:lnTo>
                <a:lnTo>
                  <a:pt x="393254" y="415543"/>
                </a:lnTo>
                <a:lnTo>
                  <a:pt x="406568" y="406568"/>
                </a:lnTo>
                <a:lnTo>
                  <a:pt x="415544" y="393254"/>
                </a:lnTo>
                <a:lnTo>
                  <a:pt x="418835" y="376951"/>
                </a:lnTo>
                <a:lnTo>
                  <a:pt x="418835" y="41883"/>
                </a:lnTo>
                <a:lnTo>
                  <a:pt x="415543" y="25580"/>
                </a:lnTo>
                <a:lnTo>
                  <a:pt x="406568" y="12267"/>
                </a:lnTo>
                <a:lnTo>
                  <a:pt x="393254" y="3291"/>
                </a:lnTo>
                <a:lnTo>
                  <a:pt x="376951" y="0"/>
                </a:lnTo>
                <a:close/>
              </a:path>
            </a:pathLst>
          </a:custGeom>
          <a:solidFill>
            <a:srgbClr val="DEE90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object 18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967416" y="7353196"/>
            <a:ext cx="3292461" cy="2455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282531" y="0"/>
            <a:ext cx="13822044" cy="11308715"/>
          </a:xfrm>
          <a:custGeom>
            <a:avLst/>
            <a:gdLst/>
            <a:ahLst/>
            <a:cxnLst/>
            <a:rect l="l" t="t" r="r" b="b"/>
            <a:pathLst>
              <a:path w="13822044" h="11308715">
                <a:moveTo>
                  <a:pt x="13821568" y="0"/>
                </a:moveTo>
                <a:lnTo>
                  <a:pt x="0" y="0"/>
                </a:lnTo>
                <a:lnTo>
                  <a:pt x="0" y="11308556"/>
                </a:lnTo>
                <a:lnTo>
                  <a:pt x="13821568" y="11308556"/>
                </a:lnTo>
                <a:lnTo>
                  <a:pt x="13821568" y="0"/>
                </a:lnTo>
                <a:close/>
              </a:path>
            </a:pathLst>
          </a:custGeom>
          <a:solidFill>
            <a:srgbClr val="E4E3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8350" y="2728360"/>
            <a:ext cx="4812333" cy="5432303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05021" y="2240792"/>
            <a:ext cx="6439527" cy="643952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196075" y="3903854"/>
            <a:ext cx="2759256" cy="245857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15178048" y="4409580"/>
            <a:ext cx="419100" cy="408940"/>
          </a:xfrm>
          <a:custGeom>
            <a:avLst/>
            <a:gdLst/>
            <a:ahLst/>
            <a:cxnLst/>
            <a:rect l="l" t="t" r="r" b="b"/>
            <a:pathLst>
              <a:path w="419100" h="408939">
                <a:moveTo>
                  <a:pt x="376951" y="0"/>
                </a:moveTo>
                <a:lnTo>
                  <a:pt x="41883" y="0"/>
                </a:lnTo>
                <a:lnTo>
                  <a:pt x="25580" y="3291"/>
                </a:lnTo>
                <a:lnTo>
                  <a:pt x="12267" y="12267"/>
                </a:lnTo>
                <a:lnTo>
                  <a:pt x="3291" y="25580"/>
                </a:lnTo>
                <a:lnTo>
                  <a:pt x="0" y="41883"/>
                </a:lnTo>
                <a:lnTo>
                  <a:pt x="0" y="366736"/>
                </a:lnTo>
                <a:lnTo>
                  <a:pt x="3291" y="383039"/>
                </a:lnTo>
                <a:lnTo>
                  <a:pt x="12267" y="396352"/>
                </a:lnTo>
                <a:lnTo>
                  <a:pt x="25580" y="405328"/>
                </a:lnTo>
                <a:lnTo>
                  <a:pt x="41883" y="408619"/>
                </a:lnTo>
                <a:lnTo>
                  <a:pt x="376951" y="408619"/>
                </a:lnTo>
                <a:lnTo>
                  <a:pt x="393254" y="405328"/>
                </a:lnTo>
                <a:lnTo>
                  <a:pt x="406568" y="396352"/>
                </a:lnTo>
                <a:lnTo>
                  <a:pt x="415544" y="383039"/>
                </a:lnTo>
                <a:lnTo>
                  <a:pt x="418835" y="366736"/>
                </a:lnTo>
                <a:lnTo>
                  <a:pt x="418835" y="41883"/>
                </a:lnTo>
                <a:lnTo>
                  <a:pt x="415543" y="25580"/>
                </a:lnTo>
                <a:lnTo>
                  <a:pt x="406568" y="12267"/>
                </a:lnTo>
                <a:lnTo>
                  <a:pt x="393254" y="3291"/>
                </a:lnTo>
                <a:lnTo>
                  <a:pt x="376951" y="0"/>
                </a:lnTo>
                <a:close/>
              </a:path>
            </a:pathLst>
          </a:custGeom>
          <a:solidFill>
            <a:srgbClr val="1A175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702784" y="4514417"/>
            <a:ext cx="1752058" cy="242734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15178048" y="4985734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376951" y="0"/>
                </a:moveTo>
                <a:lnTo>
                  <a:pt x="41883" y="0"/>
                </a:lnTo>
                <a:lnTo>
                  <a:pt x="25580" y="3291"/>
                </a:lnTo>
                <a:lnTo>
                  <a:pt x="12267" y="12267"/>
                </a:lnTo>
                <a:lnTo>
                  <a:pt x="3291" y="25580"/>
                </a:lnTo>
                <a:lnTo>
                  <a:pt x="0" y="41883"/>
                </a:lnTo>
                <a:lnTo>
                  <a:pt x="0" y="376951"/>
                </a:lnTo>
                <a:lnTo>
                  <a:pt x="3291" y="393254"/>
                </a:lnTo>
                <a:lnTo>
                  <a:pt x="12267" y="406568"/>
                </a:lnTo>
                <a:lnTo>
                  <a:pt x="25580" y="415544"/>
                </a:lnTo>
                <a:lnTo>
                  <a:pt x="41883" y="418835"/>
                </a:lnTo>
                <a:lnTo>
                  <a:pt x="376951" y="418835"/>
                </a:lnTo>
                <a:lnTo>
                  <a:pt x="393254" y="415543"/>
                </a:lnTo>
                <a:lnTo>
                  <a:pt x="406568" y="406568"/>
                </a:lnTo>
                <a:lnTo>
                  <a:pt x="415544" y="393254"/>
                </a:lnTo>
                <a:lnTo>
                  <a:pt x="418835" y="376951"/>
                </a:lnTo>
                <a:lnTo>
                  <a:pt x="418835" y="41883"/>
                </a:lnTo>
                <a:lnTo>
                  <a:pt x="415543" y="25580"/>
                </a:lnTo>
                <a:lnTo>
                  <a:pt x="406568" y="12267"/>
                </a:lnTo>
                <a:lnTo>
                  <a:pt x="393254" y="3291"/>
                </a:lnTo>
                <a:lnTo>
                  <a:pt x="376951" y="0"/>
                </a:lnTo>
                <a:close/>
              </a:path>
            </a:pathLst>
          </a:custGeom>
          <a:solidFill>
            <a:srgbClr val="12D9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687076" y="5095678"/>
            <a:ext cx="2216131" cy="242734"/>
          </a:xfrm>
          <a:prstGeom prst="rect">
            <a:avLst/>
          </a:prstGeom>
        </p:spPr>
      </p:pic>
      <p:sp>
        <p:nvSpPr>
          <p:cNvPr id="10" name="object 10" descr=""/>
          <p:cNvSpPr/>
          <p:nvPr/>
        </p:nvSpPr>
        <p:spPr>
          <a:xfrm>
            <a:off x="15178048" y="5572103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376951" y="0"/>
                </a:moveTo>
                <a:lnTo>
                  <a:pt x="41883" y="0"/>
                </a:lnTo>
                <a:lnTo>
                  <a:pt x="25580" y="3291"/>
                </a:lnTo>
                <a:lnTo>
                  <a:pt x="12267" y="12267"/>
                </a:lnTo>
                <a:lnTo>
                  <a:pt x="3291" y="25580"/>
                </a:lnTo>
                <a:lnTo>
                  <a:pt x="0" y="41883"/>
                </a:lnTo>
                <a:lnTo>
                  <a:pt x="0" y="376951"/>
                </a:lnTo>
                <a:lnTo>
                  <a:pt x="3291" y="393254"/>
                </a:lnTo>
                <a:lnTo>
                  <a:pt x="12267" y="406568"/>
                </a:lnTo>
                <a:lnTo>
                  <a:pt x="25580" y="415544"/>
                </a:lnTo>
                <a:lnTo>
                  <a:pt x="41883" y="418835"/>
                </a:lnTo>
                <a:lnTo>
                  <a:pt x="376951" y="418835"/>
                </a:lnTo>
                <a:lnTo>
                  <a:pt x="393254" y="415543"/>
                </a:lnTo>
                <a:lnTo>
                  <a:pt x="406568" y="406568"/>
                </a:lnTo>
                <a:lnTo>
                  <a:pt x="415544" y="393254"/>
                </a:lnTo>
                <a:lnTo>
                  <a:pt x="418835" y="376951"/>
                </a:lnTo>
                <a:lnTo>
                  <a:pt x="418835" y="41883"/>
                </a:lnTo>
                <a:lnTo>
                  <a:pt x="415543" y="25580"/>
                </a:lnTo>
                <a:lnTo>
                  <a:pt x="406568" y="12267"/>
                </a:lnTo>
                <a:lnTo>
                  <a:pt x="393254" y="3291"/>
                </a:lnTo>
                <a:lnTo>
                  <a:pt x="376951" y="0"/>
                </a:lnTo>
                <a:close/>
              </a:path>
            </a:pathLst>
          </a:custGeom>
          <a:solidFill>
            <a:srgbClr val="FF72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5695645" y="5685260"/>
            <a:ext cx="1195705" cy="188595"/>
          </a:xfrm>
          <a:custGeom>
            <a:avLst/>
            <a:gdLst/>
            <a:ahLst/>
            <a:cxnLst/>
            <a:rect l="l" t="t" r="r" b="b"/>
            <a:pathLst>
              <a:path w="1195705" h="188595">
                <a:moveTo>
                  <a:pt x="80673" y="0"/>
                </a:moveTo>
                <a:lnTo>
                  <a:pt x="39087" y="11422"/>
                </a:lnTo>
                <a:lnTo>
                  <a:pt x="10441" y="43906"/>
                </a:lnTo>
                <a:lnTo>
                  <a:pt x="0" y="93881"/>
                </a:lnTo>
                <a:lnTo>
                  <a:pt x="532" y="105287"/>
                </a:lnTo>
                <a:lnTo>
                  <a:pt x="10441" y="143855"/>
                </a:lnTo>
                <a:lnTo>
                  <a:pt x="39087" y="176339"/>
                </a:lnTo>
                <a:lnTo>
                  <a:pt x="80673" y="187762"/>
                </a:lnTo>
                <a:lnTo>
                  <a:pt x="92040" y="187048"/>
                </a:lnTo>
                <a:lnTo>
                  <a:pt x="130876" y="170025"/>
                </a:lnTo>
                <a:lnTo>
                  <a:pt x="133894" y="167058"/>
                </a:lnTo>
                <a:lnTo>
                  <a:pt x="80673" y="167058"/>
                </a:lnTo>
                <a:lnTo>
                  <a:pt x="72569" y="166533"/>
                </a:lnTo>
                <a:lnTo>
                  <a:pt x="38574" y="148295"/>
                </a:lnTo>
                <a:lnTo>
                  <a:pt x="21908" y="105287"/>
                </a:lnTo>
                <a:lnTo>
                  <a:pt x="21417" y="93881"/>
                </a:lnTo>
                <a:lnTo>
                  <a:pt x="21908" y="82474"/>
                </a:lnTo>
                <a:lnTo>
                  <a:pt x="33582" y="46142"/>
                </a:lnTo>
                <a:lnTo>
                  <a:pt x="64855" y="22800"/>
                </a:lnTo>
                <a:lnTo>
                  <a:pt x="80673" y="20703"/>
                </a:lnTo>
                <a:lnTo>
                  <a:pt x="133894" y="20703"/>
                </a:lnTo>
                <a:lnTo>
                  <a:pt x="130876" y="17736"/>
                </a:lnTo>
                <a:lnTo>
                  <a:pt x="122259" y="11422"/>
                </a:lnTo>
                <a:lnTo>
                  <a:pt x="112833" y="6425"/>
                </a:lnTo>
                <a:lnTo>
                  <a:pt x="102760" y="2855"/>
                </a:lnTo>
                <a:lnTo>
                  <a:pt x="92040" y="713"/>
                </a:lnTo>
                <a:lnTo>
                  <a:pt x="80673" y="0"/>
                </a:lnTo>
                <a:close/>
              </a:path>
              <a:path w="1195705" h="188595">
                <a:moveTo>
                  <a:pt x="133894" y="20703"/>
                </a:moveTo>
                <a:lnTo>
                  <a:pt x="80673" y="20703"/>
                </a:lnTo>
                <a:lnTo>
                  <a:pt x="88771" y="21228"/>
                </a:lnTo>
                <a:lnTo>
                  <a:pt x="96468" y="22800"/>
                </a:lnTo>
                <a:lnTo>
                  <a:pt x="127708" y="46142"/>
                </a:lnTo>
                <a:lnTo>
                  <a:pt x="139432" y="82474"/>
                </a:lnTo>
                <a:lnTo>
                  <a:pt x="139929" y="93881"/>
                </a:lnTo>
                <a:lnTo>
                  <a:pt x="139432" y="105287"/>
                </a:lnTo>
                <a:lnTo>
                  <a:pt x="127708" y="141619"/>
                </a:lnTo>
                <a:lnTo>
                  <a:pt x="96468" y="164961"/>
                </a:lnTo>
                <a:lnTo>
                  <a:pt x="80673" y="167058"/>
                </a:lnTo>
                <a:lnTo>
                  <a:pt x="133894" y="167058"/>
                </a:lnTo>
                <a:lnTo>
                  <a:pt x="155473" y="132834"/>
                </a:lnTo>
                <a:lnTo>
                  <a:pt x="161346" y="93881"/>
                </a:lnTo>
                <a:lnTo>
                  <a:pt x="160813" y="82474"/>
                </a:lnTo>
                <a:lnTo>
                  <a:pt x="150905" y="43906"/>
                </a:lnTo>
                <a:lnTo>
                  <a:pt x="138523" y="25255"/>
                </a:lnTo>
                <a:lnTo>
                  <a:pt x="133894" y="20703"/>
                </a:lnTo>
                <a:close/>
              </a:path>
              <a:path w="1195705" h="188595">
                <a:moveTo>
                  <a:pt x="226046" y="15349"/>
                </a:moveTo>
                <a:lnTo>
                  <a:pt x="204985" y="15349"/>
                </a:lnTo>
                <a:lnTo>
                  <a:pt x="204985" y="159681"/>
                </a:lnTo>
                <a:lnTo>
                  <a:pt x="236160" y="187048"/>
                </a:lnTo>
                <a:lnTo>
                  <a:pt x="246036" y="187048"/>
                </a:lnTo>
                <a:lnTo>
                  <a:pt x="249278" y="186750"/>
                </a:lnTo>
                <a:lnTo>
                  <a:pt x="251836" y="186155"/>
                </a:lnTo>
                <a:lnTo>
                  <a:pt x="254394" y="185620"/>
                </a:lnTo>
                <a:lnTo>
                  <a:pt x="256387" y="185084"/>
                </a:lnTo>
                <a:lnTo>
                  <a:pt x="257815" y="184549"/>
                </a:lnTo>
                <a:lnTo>
                  <a:pt x="253774" y="166701"/>
                </a:lnTo>
                <a:lnTo>
                  <a:pt x="241157" y="166701"/>
                </a:lnTo>
                <a:lnTo>
                  <a:pt x="238948" y="166344"/>
                </a:lnTo>
                <a:lnTo>
                  <a:pt x="238562" y="166344"/>
                </a:lnTo>
                <a:lnTo>
                  <a:pt x="235416" y="165273"/>
                </a:lnTo>
                <a:lnTo>
                  <a:pt x="226046" y="151946"/>
                </a:lnTo>
                <a:lnTo>
                  <a:pt x="226046" y="15349"/>
                </a:lnTo>
                <a:close/>
              </a:path>
              <a:path w="1195705" h="188595">
                <a:moveTo>
                  <a:pt x="253532" y="165630"/>
                </a:moveTo>
                <a:lnTo>
                  <a:pt x="249962" y="166344"/>
                </a:lnTo>
                <a:lnTo>
                  <a:pt x="247731" y="166701"/>
                </a:lnTo>
                <a:lnTo>
                  <a:pt x="253774" y="166701"/>
                </a:lnTo>
                <a:lnTo>
                  <a:pt x="253532" y="165630"/>
                </a:lnTo>
                <a:close/>
              </a:path>
              <a:path w="1195705" h="188595">
                <a:moveTo>
                  <a:pt x="204985" y="48189"/>
                </a:moveTo>
                <a:lnTo>
                  <a:pt x="184281" y="48189"/>
                </a:lnTo>
                <a:lnTo>
                  <a:pt x="184281" y="66037"/>
                </a:lnTo>
                <a:lnTo>
                  <a:pt x="204985" y="66037"/>
                </a:lnTo>
                <a:lnTo>
                  <a:pt x="204985" y="48189"/>
                </a:lnTo>
                <a:close/>
              </a:path>
              <a:path w="1195705" h="188595">
                <a:moveTo>
                  <a:pt x="255317" y="48189"/>
                </a:moveTo>
                <a:lnTo>
                  <a:pt x="226046" y="48189"/>
                </a:lnTo>
                <a:lnTo>
                  <a:pt x="226046" y="66037"/>
                </a:lnTo>
                <a:lnTo>
                  <a:pt x="255317" y="66037"/>
                </a:lnTo>
                <a:lnTo>
                  <a:pt x="255317" y="48189"/>
                </a:lnTo>
                <a:close/>
              </a:path>
              <a:path w="1195705" h="188595">
                <a:moveTo>
                  <a:pt x="311003" y="2498"/>
                </a:moveTo>
                <a:lnTo>
                  <a:pt x="289942" y="2498"/>
                </a:lnTo>
                <a:lnTo>
                  <a:pt x="289942" y="185263"/>
                </a:lnTo>
                <a:lnTo>
                  <a:pt x="311003" y="185263"/>
                </a:lnTo>
                <a:lnTo>
                  <a:pt x="311003" y="94832"/>
                </a:lnTo>
                <a:lnTo>
                  <a:pt x="312549" y="88050"/>
                </a:lnTo>
                <a:lnTo>
                  <a:pt x="315643" y="82458"/>
                </a:lnTo>
                <a:lnTo>
                  <a:pt x="318796" y="76865"/>
                </a:lnTo>
                <a:lnTo>
                  <a:pt x="323080" y="72612"/>
                </a:lnTo>
                <a:lnTo>
                  <a:pt x="328494" y="69696"/>
                </a:lnTo>
                <a:lnTo>
                  <a:pt x="311003" y="69696"/>
                </a:lnTo>
                <a:lnTo>
                  <a:pt x="311003" y="2498"/>
                </a:lnTo>
                <a:close/>
              </a:path>
              <a:path w="1195705" h="188595">
                <a:moveTo>
                  <a:pt x="392108" y="65324"/>
                </a:moveTo>
                <a:lnTo>
                  <a:pt x="356991" y="65324"/>
                </a:lnTo>
                <a:lnTo>
                  <a:pt x="364755" y="68328"/>
                </a:lnTo>
                <a:lnTo>
                  <a:pt x="370348" y="74337"/>
                </a:lnTo>
                <a:lnTo>
                  <a:pt x="378825" y="185263"/>
                </a:lnTo>
                <a:lnTo>
                  <a:pt x="399886" y="185263"/>
                </a:lnTo>
                <a:lnTo>
                  <a:pt x="399886" y="98164"/>
                </a:lnTo>
                <a:lnTo>
                  <a:pt x="399613" y="91889"/>
                </a:lnTo>
                <a:lnTo>
                  <a:pt x="399518" y="89720"/>
                </a:lnTo>
                <a:lnTo>
                  <a:pt x="398472" y="82458"/>
                </a:lnTo>
                <a:lnTo>
                  <a:pt x="398414" y="82056"/>
                </a:lnTo>
                <a:lnTo>
                  <a:pt x="396573" y="75173"/>
                </a:lnTo>
                <a:lnTo>
                  <a:pt x="393996" y="69072"/>
                </a:lnTo>
                <a:lnTo>
                  <a:pt x="392108" y="65324"/>
                </a:lnTo>
                <a:close/>
              </a:path>
              <a:path w="1195705" h="188595">
                <a:moveTo>
                  <a:pt x="362465" y="46405"/>
                </a:moveTo>
                <a:lnTo>
                  <a:pt x="353124" y="46405"/>
                </a:lnTo>
                <a:lnTo>
                  <a:pt x="345449" y="46801"/>
                </a:lnTo>
                <a:lnTo>
                  <a:pt x="312747" y="69696"/>
                </a:lnTo>
                <a:lnTo>
                  <a:pt x="328494" y="69696"/>
                </a:lnTo>
                <a:lnTo>
                  <a:pt x="333967" y="66781"/>
                </a:lnTo>
                <a:lnTo>
                  <a:pt x="340155" y="65324"/>
                </a:lnTo>
                <a:lnTo>
                  <a:pt x="392108" y="65324"/>
                </a:lnTo>
                <a:lnTo>
                  <a:pt x="390129" y="61397"/>
                </a:lnTo>
                <a:lnTo>
                  <a:pt x="384686" y="55715"/>
                </a:lnTo>
                <a:lnTo>
                  <a:pt x="370645" y="48279"/>
                </a:lnTo>
                <a:lnTo>
                  <a:pt x="362465" y="46405"/>
                </a:lnTo>
                <a:close/>
              </a:path>
              <a:path w="1195705" h="188595">
                <a:moveTo>
                  <a:pt x="500884" y="46405"/>
                </a:moveTo>
                <a:lnTo>
                  <a:pt x="493745" y="46405"/>
                </a:lnTo>
                <a:lnTo>
                  <a:pt x="484754" y="46973"/>
                </a:lnTo>
                <a:lnTo>
                  <a:pt x="448946" y="66305"/>
                </a:lnTo>
                <a:lnTo>
                  <a:pt x="432470" y="107579"/>
                </a:lnTo>
                <a:lnTo>
                  <a:pt x="431990" y="117797"/>
                </a:lnTo>
                <a:lnTo>
                  <a:pt x="432470" y="128004"/>
                </a:lnTo>
                <a:lnTo>
                  <a:pt x="449058" y="168798"/>
                </a:lnTo>
                <a:lnTo>
                  <a:pt x="486321" y="187572"/>
                </a:lnTo>
                <a:lnTo>
                  <a:pt x="495887" y="188118"/>
                </a:lnTo>
                <a:lnTo>
                  <a:pt x="502675" y="187851"/>
                </a:lnTo>
                <a:lnTo>
                  <a:pt x="539704" y="171698"/>
                </a:lnTo>
                <a:lnTo>
                  <a:pt x="542117" y="169199"/>
                </a:lnTo>
                <a:lnTo>
                  <a:pt x="487379" y="169199"/>
                </a:lnTo>
                <a:lnTo>
                  <a:pt x="479913" y="167355"/>
                </a:lnTo>
                <a:lnTo>
                  <a:pt x="454390" y="135355"/>
                </a:lnTo>
                <a:lnTo>
                  <a:pt x="453179" y="123865"/>
                </a:lnTo>
                <a:lnTo>
                  <a:pt x="446983" y="123865"/>
                </a:lnTo>
                <a:lnTo>
                  <a:pt x="446983" y="105727"/>
                </a:lnTo>
                <a:lnTo>
                  <a:pt x="453051" y="105727"/>
                </a:lnTo>
                <a:lnTo>
                  <a:pt x="453051" y="101317"/>
                </a:lnTo>
                <a:lnTo>
                  <a:pt x="478098" y="67406"/>
                </a:lnTo>
                <a:lnTo>
                  <a:pt x="485356" y="65324"/>
                </a:lnTo>
                <a:lnTo>
                  <a:pt x="537946" y="65324"/>
                </a:lnTo>
                <a:lnTo>
                  <a:pt x="533903" y="61575"/>
                </a:lnTo>
                <a:lnTo>
                  <a:pt x="528192" y="56221"/>
                </a:lnTo>
                <a:lnTo>
                  <a:pt x="521856" y="52354"/>
                </a:lnTo>
                <a:lnTo>
                  <a:pt x="507934" y="47594"/>
                </a:lnTo>
                <a:lnTo>
                  <a:pt x="500884" y="46405"/>
                </a:lnTo>
                <a:close/>
              </a:path>
              <a:path w="1195705" h="188595">
                <a:moveTo>
                  <a:pt x="530155" y="147782"/>
                </a:moveTo>
                <a:lnTo>
                  <a:pt x="501420" y="169199"/>
                </a:lnTo>
                <a:lnTo>
                  <a:pt x="542117" y="169199"/>
                </a:lnTo>
                <a:lnTo>
                  <a:pt x="544761" y="166463"/>
                </a:lnTo>
                <a:lnTo>
                  <a:pt x="548360" y="160394"/>
                </a:lnTo>
                <a:lnTo>
                  <a:pt x="550502" y="153493"/>
                </a:lnTo>
                <a:lnTo>
                  <a:pt x="530155" y="147782"/>
                </a:lnTo>
                <a:close/>
              </a:path>
              <a:path w="1195705" h="188595">
                <a:moveTo>
                  <a:pt x="453051" y="105727"/>
                </a:moveTo>
                <a:lnTo>
                  <a:pt x="446983" y="105727"/>
                </a:lnTo>
                <a:lnTo>
                  <a:pt x="446983" y="123865"/>
                </a:lnTo>
                <a:lnTo>
                  <a:pt x="453179" y="123865"/>
                </a:lnTo>
                <a:lnTo>
                  <a:pt x="453051" y="121010"/>
                </a:lnTo>
                <a:lnTo>
                  <a:pt x="453051" y="105727"/>
                </a:lnTo>
                <a:close/>
              </a:path>
              <a:path w="1195705" h="188595">
                <a:moveTo>
                  <a:pt x="537946" y="65324"/>
                </a:moveTo>
                <a:lnTo>
                  <a:pt x="501360" y="65324"/>
                </a:lnTo>
                <a:lnTo>
                  <a:pt x="507964" y="67079"/>
                </a:lnTo>
                <a:lnTo>
                  <a:pt x="519208" y="74099"/>
                </a:lnTo>
                <a:lnTo>
                  <a:pt x="523551" y="78888"/>
                </a:lnTo>
                <a:lnTo>
                  <a:pt x="526585" y="84956"/>
                </a:lnTo>
                <a:lnTo>
                  <a:pt x="529679" y="91025"/>
                </a:lnTo>
                <a:lnTo>
                  <a:pt x="531226" y="97986"/>
                </a:lnTo>
                <a:lnTo>
                  <a:pt x="531226" y="105727"/>
                </a:lnTo>
                <a:lnTo>
                  <a:pt x="453051" y="105727"/>
                </a:lnTo>
                <a:lnTo>
                  <a:pt x="453051" y="121010"/>
                </a:lnTo>
                <a:lnTo>
                  <a:pt x="453179" y="123865"/>
                </a:lnTo>
                <a:lnTo>
                  <a:pt x="552644" y="123865"/>
                </a:lnTo>
                <a:lnTo>
                  <a:pt x="552644" y="114941"/>
                </a:lnTo>
                <a:lnTo>
                  <a:pt x="552390" y="107579"/>
                </a:lnTo>
                <a:lnTo>
                  <a:pt x="552326" y="105727"/>
                </a:lnTo>
                <a:lnTo>
                  <a:pt x="551452" y="97986"/>
                </a:lnTo>
                <a:lnTo>
                  <a:pt x="551372" y="97272"/>
                </a:lnTo>
                <a:lnTo>
                  <a:pt x="549782" y="89575"/>
                </a:lnTo>
                <a:lnTo>
                  <a:pt x="547557" y="82636"/>
                </a:lnTo>
                <a:lnTo>
                  <a:pt x="544247" y="74099"/>
                </a:lnTo>
                <a:lnTo>
                  <a:pt x="544166" y="73891"/>
                </a:lnTo>
                <a:lnTo>
                  <a:pt x="539614" y="66870"/>
                </a:lnTo>
                <a:lnTo>
                  <a:pt x="537946" y="65324"/>
                </a:lnTo>
                <a:close/>
              </a:path>
              <a:path w="1195705" h="188595">
                <a:moveTo>
                  <a:pt x="605028" y="48189"/>
                </a:moveTo>
                <a:lnTo>
                  <a:pt x="584681" y="48189"/>
                </a:lnTo>
                <a:lnTo>
                  <a:pt x="584681" y="185263"/>
                </a:lnTo>
                <a:lnTo>
                  <a:pt x="605742" y="185263"/>
                </a:lnTo>
                <a:lnTo>
                  <a:pt x="605742" y="92334"/>
                </a:lnTo>
                <a:lnTo>
                  <a:pt x="607229" y="86831"/>
                </a:lnTo>
                <a:lnTo>
                  <a:pt x="613238" y="77133"/>
                </a:lnTo>
                <a:lnTo>
                  <a:pt x="617343" y="73325"/>
                </a:lnTo>
                <a:lnTo>
                  <a:pt x="625683" y="68893"/>
                </a:lnTo>
                <a:lnTo>
                  <a:pt x="605028" y="68893"/>
                </a:lnTo>
                <a:lnTo>
                  <a:pt x="605028" y="48189"/>
                </a:lnTo>
                <a:close/>
              </a:path>
              <a:path w="1195705" h="188595">
                <a:moveTo>
                  <a:pt x="653218" y="46405"/>
                </a:moveTo>
                <a:lnTo>
                  <a:pt x="632695" y="46405"/>
                </a:lnTo>
                <a:lnTo>
                  <a:pt x="626518" y="48189"/>
                </a:lnTo>
                <a:lnTo>
                  <a:pt x="613476" y="56608"/>
                </a:lnTo>
                <a:lnTo>
                  <a:pt x="608954" y="62111"/>
                </a:lnTo>
                <a:lnTo>
                  <a:pt x="606456" y="68893"/>
                </a:lnTo>
                <a:lnTo>
                  <a:pt x="625683" y="68893"/>
                </a:lnTo>
                <a:lnTo>
                  <a:pt x="627698" y="67822"/>
                </a:lnTo>
                <a:lnTo>
                  <a:pt x="628387" y="67644"/>
                </a:lnTo>
                <a:lnTo>
                  <a:pt x="633704" y="66394"/>
                </a:lnTo>
                <a:lnTo>
                  <a:pt x="653218" y="66394"/>
                </a:lnTo>
                <a:lnTo>
                  <a:pt x="653218" y="46405"/>
                </a:lnTo>
                <a:close/>
              </a:path>
              <a:path w="1195705" h="188595">
                <a:moveTo>
                  <a:pt x="653218" y="66394"/>
                </a:moveTo>
                <a:lnTo>
                  <a:pt x="643163" y="66394"/>
                </a:lnTo>
                <a:lnTo>
                  <a:pt x="645811" y="66603"/>
                </a:lnTo>
                <a:lnTo>
                  <a:pt x="648309" y="67019"/>
                </a:lnTo>
                <a:lnTo>
                  <a:pt x="650868" y="67376"/>
                </a:lnTo>
                <a:lnTo>
                  <a:pt x="652504" y="67644"/>
                </a:lnTo>
                <a:lnTo>
                  <a:pt x="653218" y="67822"/>
                </a:lnTo>
                <a:lnTo>
                  <a:pt x="653218" y="66394"/>
                </a:lnTo>
                <a:close/>
              </a:path>
              <a:path w="1195705" h="188595">
                <a:moveTo>
                  <a:pt x="869871" y="31055"/>
                </a:moveTo>
                <a:lnTo>
                  <a:pt x="754930" y="89597"/>
                </a:lnTo>
                <a:lnTo>
                  <a:pt x="754930" y="103875"/>
                </a:lnTo>
                <a:lnTo>
                  <a:pt x="869871" y="162417"/>
                </a:lnTo>
                <a:lnTo>
                  <a:pt x="869871" y="139572"/>
                </a:lnTo>
                <a:lnTo>
                  <a:pt x="784665" y="98521"/>
                </a:lnTo>
                <a:lnTo>
                  <a:pt x="782416" y="98521"/>
                </a:lnTo>
                <a:lnTo>
                  <a:pt x="781702" y="97093"/>
                </a:lnTo>
                <a:lnTo>
                  <a:pt x="782416" y="97093"/>
                </a:lnTo>
                <a:lnTo>
                  <a:pt x="782416" y="96379"/>
                </a:lnTo>
                <a:lnTo>
                  <a:pt x="781702" y="96379"/>
                </a:lnTo>
                <a:lnTo>
                  <a:pt x="782416" y="94951"/>
                </a:lnTo>
                <a:lnTo>
                  <a:pt x="784665" y="94951"/>
                </a:lnTo>
                <a:lnTo>
                  <a:pt x="869871" y="53901"/>
                </a:lnTo>
                <a:lnTo>
                  <a:pt x="869871" y="31055"/>
                </a:lnTo>
                <a:close/>
              </a:path>
              <a:path w="1195705" h="188595">
                <a:moveTo>
                  <a:pt x="781702" y="97093"/>
                </a:moveTo>
                <a:lnTo>
                  <a:pt x="782416" y="98521"/>
                </a:lnTo>
                <a:lnTo>
                  <a:pt x="782416" y="97437"/>
                </a:lnTo>
                <a:lnTo>
                  <a:pt x="781702" y="97093"/>
                </a:lnTo>
                <a:close/>
              </a:path>
              <a:path w="1195705" h="188595">
                <a:moveTo>
                  <a:pt x="782416" y="97437"/>
                </a:moveTo>
                <a:lnTo>
                  <a:pt x="782416" y="98521"/>
                </a:lnTo>
                <a:lnTo>
                  <a:pt x="784665" y="98521"/>
                </a:lnTo>
                <a:lnTo>
                  <a:pt x="782416" y="97437"/>
                </a:lnTo>
                <a:close/>
              </a:path>
              <a:path w="1195705" h="188595">
                <a:moveTo>
                  <a:pt x="782416" y="97093"/>
                </a:moveTo>
                <a:lnTo>
                  <a:pt x="781702" y="97093"/>
                </a:lnTo>
                <a:lnTo>
                  <a:pt x="782416" y="97437"/>
                </a:lnTo>
                <a:lnTo>
                  <a:pt x="782416" y="97093"/>
                </a:lnTo>
                <a:close/>
              </a:path>
              <a:path w="1195705" h="188595">
                <a:moveTo>
                  <a:pt x="782416" y="94951"/>
                </a:moveTo>
                <a:lnTo>
                  <a:pt x="781702" y="96379"/>
                </a:lnTo>
                <a:lnTo>
                  <a:pt x="782416" y="96035"/>
                </a:lnTo>
                <a:lnTo>
                  <a:pt x="782416" y="94951"/>
                </a:lnTo>
                <a:close/>
              </a:path>
              <a:path w="1195705" h="188595">
                <a:moveTo>
                  <a:pt x="782416" y="96035"/>
                </a:moveTo>
                <a:lnTo>
                  <a:pt x="781702" y="96379"/>
                </a:lnTo>
                <a:lnTo>
                  <a:pt x="782416" y="96379"/>
                </a:lnTo>
                <a:lnTo>
                  <a:pt x="782416" y="96035"/>
                </a:lnTo>
                <a:close/>
              </a:path>
              <a:path w="1195705" h="188595">
                <a:moveTo>
                  <a:pt x="784665" y="94951"/>
                </a:moveTo>
                <a:lnTo>
                  <a:pt x="782416" y="94951"/>
                </a:lnTo>
                <a:lnTo>
                  <a:pt x="782416" y="96035"/>
                </a:lnTo>
                <a:lnTo>
                  <a:pt x="784665" y="94951"/>
                </a:lnTo>
                <a:close/>
              </a:path>
              <a:path w="1195705" h="188595">
                <a:moveTo>
                  <a:pt x="978410" y="25701"/>
                </a:moveTo>
                <a:lnTo>
                  <a:pt x="956278" y="25701"/>
                </a:lnTo>
                <a:lnTo>
                  <a:pt x="956278" y="185263"/>
                </a:lnTo>
                <a:lnTo>
                  <a:pt x="978410" y="185263"/>
                </a:lnTo>
                <a:lnTo>
                  <a:pt x="978410" y="25701"/>
                </a:lnTo>
                <a:close/>
              </a:path>
              <a:path w="1195705" h="188595">
                <a:moveTo>
                  <a:pt x="978410" y="2498"/>
                </a:moveTo>
                <a:lnTo>
                  <a:pt x="956278" y="2498"/>
                </a:lnTo>
                <a:lnTo>
                  <a:pt x="910587" y="32840"/>
                </a:lnTo>
                <a:lnTo>
                  <a:pt x="910587" y="55329"/>
                </a:lnTo>
                <a:lnTo>
                  <a:pt x="955208" y="25701"/>
                </a:lnTo>
                <a:lnTo>
                  <a:pt x="978410" y="25701"/>
                </a:lnTo>
                <a:lnTo>
                  <a:pt x="978410" y="2498"/>
                </a:lnTo>
                <a:close/>
              </a:path>
              <a:path w="1195705" h="188595">
                <a:moveTo>
                  <a:pt x="1167570" y="104589"/>
                </a:moveTo>
                <a:lnTo>
                  <a:pt x="1152221" y="104589"/>
                </a:lnTo>
                <a:lnTo>
                  <a:pt x="1145736" y="106285"/>
                </a:lnTo>
                <a:lnTo>
                  <a:pt x="1124140" y="134693"/>
                </a:lnTo>
                <a:lnTo>
                  <a:pt x="1124140" y="157658"/>
                </a:lnTo>
                <a:lnTo>
                  <a:pt x="1152102" y="187762"/>
                </a:lnTo>
                <a:lnTo>
                  <a:pt x="1167451" y="187762"/>
                </a:lnTo>
                <a:lnTo>
                  <a:pt x="1173876" y="186096"/>
                </a:lnTo>
                <a:lnTo>
                  <a:pt x="1184407" y="179373"/>
                </a:lnTo>
                <a:lnTo>
                  <a:pt x="1188393" y="174911"/>
                </a:lnTo>
                <a:lnTo>
                  <a:pt x="1189602" y="172412"/>
                </a:lnTo>
                <a:lnTo>
                  <a:pt x="1153411" y="172412"/>
                </a:lnTo>
                <a:lnTo>
                  <a:pt x="1148889" y="170241"/>
                </a:lnTo>
                <a:lnTo>
                  <a:pt x="1146271" y="165898"/>
                </a:lnTo>
                <a:lnTo>
                  <a:pt x="1143654" y="161495"/>
                </a:lnTo>
                <a:lnTo>
                  <a:pt x="1142345" y="156527"/>
                </a:lnTo>
                <a:lnTo>
                  <a:pt x="1142345" y="135824"/>
                </a:lnTo>
                <a:lnTo>
                  <a:pt x="1143683" y="130886"/>
                </a:lnTo>
                <a:lnTo>
                  <a:pt x="1149097" y="122140"/>
                </a:lnTo>
                <a:lnTo>
                  <a:pt x="1153589" y="119939"/>
                </a:lnTo>
                <a:lnTo>
                  <a:pt x="1189664" y="119939"/>
                </a:lnTo>
                <a:lnTo>
                  <a:pt x="1188482" y="117470"/>
                </a:lnTo>
                <a:lnTo>
                  <a:pt x="1184526" y="113008"/>
                </a:lnTo>
                <a:lnTo>
                  <a:pt x="1179290" y="109676"/>
                </a:lnTo>
                <a:lnTo>
                  <a:pt x="1174055" y="106285"/>
                </a:lnTo>
                <a:lnTo>
                  <a:pt x="1167570" y="104589"/>
                </a:lnTo>
                <a:close/>
              </a:path>
              <a:path w="1195705" h="188595">
                <a:moveTo>
                  <a:pt x="1185894" y="2498"/>
                </a:moveTo>
                <a:lnTo>
                  <a:pt x="1165547" y="2498"/>
                </a:lnTo>
                <a:lnTo>
                  <a:pt x="1039897" y="185263"/>
                </a:lnTo>
                <a:lnTo>
                  <a:pt x="1060244" y="185263"/>
                </a:lnTo>
                <a:lnTo>
                  <a:pt x="1185894" y="2498"/>
                </a:lnTo>
                <a:close/>
              </a:path>
              <a:path w="1195705" h="188595">
                <a:moveTo>
                  <a:pt x="1189664" y="119939"/>
                </a:moveTo>
                <a:lnTo>
                  <a:pt x="1166261" y="119939"/>
                </a:lnTo>
                <a:lnTo>
                  <a:pt x="1170723" y="122140"/>
                </a:lnTo>
                <a:lnTo>
                  <a:pt x="1173222" y="126543"/>
                </a:lnTo>
                <a:lnTo>
                  <a:pt x="1175721" y="130886"/>
                </a:lnTo>
                <a:lnTo>
                  <a:pt x="1176970" y="135824"/>
                </a:lnTo>
                <a:lnTo>
                  <a:pt x="1176970" y="156527"/>
                </a:lnTo>
                <a:lnTo>
                  <a:pt x="1175661" y="161495"/>
                </a:lnTo>
                <a:lnTo>
                  <a:pt x="1170485" y="170241"/>
                </a:lnTo>
                <a:lnTo>
                  <a:pt x="1166083" y="172412"/>
                </a:lnTo>
                <a:lnTo>
                  <a:pt x="1189602" y="172412"/>
                </a:lnTo>
                <a:lnTo>
                  <a:pt x="1193807" y="163786"/>
                </a:lnTo>
                <a:lnTo>
                  <a:pt x="1195175" y="157658"/>
                </a:lnTo>
                <a:lnTo>
                  <a:pt x="1195175" y="134693"/>
                </a:lnTo>
                <a:lnTo>
                  <a:pt x="1193837" y="128595"/>
                </a:lnTo>
                <a:lnTo>
                  <a:pt x="1189664" y="119939"/>
                </a:lnTo>
                <a:close/>
              </a:path>
              <a:path w="1195705" h="188595">
                <a:moveTo>
                  <a:pt x="1076545" y="0"/>
                </a:moveTo>
                <a:lnTo>
                  <a:pt x="1061195" y="0"/>
                </a:lnTo>
                <a:lnTo>
                  <a:pt x="1054711" y="1695"/>
                </a:lnTo>
                <a:lnTo>
                  <a:pt x="1033114" y="30103"/>
                </a:lnTo>
                <a:lnTo>
                  <a:pt x="1033114" y="53068"/>
                </a:lnTo>
                <a:lnTo>
                  <a:pt x="1061076" y="83172"/>
                </a:lnTo>
                <a:lnTo>
                  <a:pt x="1076426" y="83172"/>
                </a:lnTo>
                <a:lnTo>
                  <a:pt x="1082851" y="81506"/>
                </a:lnTo>
                <a:lnTo>
                  <a:pt x="1093382" y="74783"/>
                </a:lnTo>
                <a:lnTo>
                  <a:pt x="1097368" y="70321"/>
                </a:lnTo>
                <a:lnTo>
                  <a:pt x="1098577" y="67822"/>
                </a:lnTo>
                <a:lnTo>
                  <a:pt x="1062385" y="67822"/>
                </a:lnTo>
                <a:lnTo>
                  <a:pt x="1057864" y="65651"/>
                </a:lnTo>
                <a:lnTo>
                  <a:pt x="1055246" y="61308"/>
                </a:lnTo>
                <a:lnTo>
                  <a:pt x="1052628" y="56905"/>
                </a:lnTo>
                <a:lnTo>
                  <a:pt x="1051320" y="51937"/>
                </a:lnTo>
                <a:lnTo>
                  <a:pt x="1051320" y="31234"/>
                </a:lnTo>
                <a:lnTo>
                  <a:pt x="1052658" y="26296"/>
                </a:lnTo>
                <a:lnTo>
                  <a:pt x="1058072" y="17550"/>
                </a:lnTo>
                <a:lnTo>
                  <a:pt x="1062564" y="15349"/>
                </a:lnTo>
                <a:lnTo>
                  <a:pt x="1098639" y="15349"/>
                </a:lnTo>
                <a:lnTo>
                  <a:pt x="1097457" y="12880"/>
                </a:lnTo>
                <a:lnTo>
                  <a:pt x="1093501" y="8418"/>
                </a:lnTo>
                <a:lnTo>
                  <a:pt x="1088265" y="5086"/>
                </a:lnTo>
                <a:lnTo>
                  <a:pt x="1083030" y="1695"/>
                </a:lnTo>
                <a:lnTo>
                  <a:pt x="1076545" y="0"/>
                </a:lnTo>
                <a:close/>
              </a:path>
              <a:path w="1195705" h="188595">
                <a:moveTo>
                  <a:pt x="1098639" y="15349"/>
                </a:moveTo>
                <a:lnTo>
                  <a:pt x="1075236" y="15349"/>
                </a:lnTo>
                <a:lnTo>
                  <a:pt x="1079698" y="17550"/>
                </a:lnTo>
                <a:lnTo>
                  <a:pt x="1082197" y="21953"/>
                </a:lnTo>
                <a:lnTo>
                  <a:pt x="1084695" y="26296"/>
                </a:lnTo>
                <a:lnTo>
                  <a:pt x="1085945" y="31234"/>
                </a:lnTo>
                <a:lnTo>
                  <a:pt x="1085945" y="51937"/>
                </a:lnTo>
                <a:lnTo>
                  <a:pt x="1084636" y="56905"/>
                </a:lnTo>
                <a:lnTo>
                  <a:pt x="1079460" y="65651"/>
                </a:lnTo>
                <a:lnTo>
                  <a:pt x="1075057" y="67822"/>
                </a:lnTo>
                <a:lnTo>
                  <a:pt x="1098577" y="67822"/>
                </a:lnTo>
                <a:lnTo>
                  <a:pt x="1102782" y="59196"/>
                </a:lnTo>
                <a:lnTo>
                  <a:pt x="1104150" y="53068"/>
                </a:lnTo>
                <a:lnTo>
                  <a:pt x="1104150" y="30103"/>
                </a:lnTo>
                <a:lnTo>
                  <a:pt x="1102811" y="24005"/>
                </a:lnTo>
                <a:lnTo>
                  <a:pt x="1098639" y="153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48951" y="10505733"/>
            <a:ext cx="10858010" cy="5543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4744B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5352" y="4857018"/>
            <a:ext cx="14768611" cy="15297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20104100" cy="1560195"/>
            <a:chOff x="0" y="0"/>
            <a:chExt cx="20104100" cy="1560195"/>
          </a:xfrm>
        </p:grpSpPr>
        <p:sp>
          <p:nvSpPr>
            <p:cNvPr id="3" name="object 3" descr=""/>
            <p:cNvSpPr/>
            <p:nvPr/>
          </p:nvSpPr>
          <p:spPr>
            <a:xfrm>
              <a:off x="0" y="0"/>
              <a:ext cx="20104100" cy="1560195"/>
            </a:xfrm>
            <a:custGeom>
              <a:avLst/>
              <a:gdLst/>
              <a:ahLst/>
              <a:cxnLst/>
              <a:rect l="l" t="t" r="r" b="b"/>
              <a:pathLst>
                <a:path w="20104100" h="1560195">
                  <a:moveTo>
                    <a:pt x="20104099" y="0"/>
                  </a:moveTo>
                  <a:lnTo>
                    <a:pt x="0" y="0"/>
                  </a:lnTo>
                  <a:lnTo>
                    <a:pt x="0" y="1560161"/>
                  </a:lnTo>
                  <a:lnTo>
                    <a:pt x="20104099" y="1560161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1A175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88642" y="431290"/>
              <a:ext cx="5981215" cy="806892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572403" y="10849616"/>
            <a:ext cx="3232902" cy="222864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1235564" y="4020820"/>
            <a:ext cx="6989445" cy="4848225"/>
            <a:chOff x="1235564" y="4020820"/>
            <a:chExt cx="6989445" cy="4848225"/>
          </a:xfrm>
        </p:grpSpPr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5564" y="4020820"/>
              <a:ext cx="6249931" cy="4848019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4251172" y="5324506"/>
              <a:ext cx="3973829" cy="2350770"/>
            </a:xfrm>
            <a:custGeom>
              <a:avLst/>
              <a:gdLst/>
              <a:ahLst/>
              <a:cxnLst/>
              <a:rect l="l" t="t" r="r" b="b"/>
              <a:pathLst>
                <a:path w="3973829" h="2350770">
                  <a:moveTo>
                    <a:pt x="3973703" y="2151710"/>
                  </a:moveTo>
                  <a:lnTo>
                    <a:pt x="3834295" y="2003628"/>
                  </a:lnTo>
                  <a:lnTo>
                    <a:pt x="3819487" y="1997494"/>
                  </a:lnTo>
                  <a:lnTo>
                    <a:pt x="3811613" y="1999030"/>
                  </a:lnTo>
                  <a:lnTo>
                    <a:pt x="3804678" y="2003628"/>
                  </a:lnTo>
                  <a:lnTo>
                    <a:pt x="3800081" y="2010562"/>
                  </a:lnTo>
                  <a:lnTo>
                    <a:pt x="3798544" y="2018436"/>
                  </a:lnTo>
                  <a:lnTo>
                    <a:pt x="3800081" y="2026323"/>
                  </a:lnTo>
                  <a:lnTo>
                    <a:pt x="3804678" y="2033244"/>
                  </a:lnTo>
                  <a:lnTo>
                    <a:pt x="3902202" y="2130768"/>
                  </a:lnTo>
                  <a:lnTo>
                    <a:pt x="3533927" y="2130768"/>
                  </a:lnTo>
                  <a:lnTo>
                    <a:pt x="2827134" y="2130768"/>
                  </a:lnTo>
                  <a:lnTo>
                    <a:pt x="2827134" y="1379270"/>
                  </a:lnTo>
                  <a:lnTo>
                    <a:pt x="3488055" y="559904"/>
                  </a:lnTo>
                  <a:lnTo>
                    <a:pt x="3488486" y="559371"/>
                  </a:lnTo>
                  <a:lnTo>
                    <a:pt x="3472205" y="546201"/>
                  </a:lnTo>
                  <a:lnTo>
                    <a:pt x="3488512" y="559358"/>
                  </a:lnTo>
                  <a:lnTo>
                    <a:pt x="3909352" y="72821"/>
                  </a:lnTo>
                  <a:lnTo>
                    <a:pt x="3919309" y="210388"/>
                  </a:lnTo>
                  <a:lnTo>
                    <a:pt x="3921531" y="218389"/>
                  </a:lnTo>
                  <a:lnTo>
                    <a:pt x="3926497" y="224713"/>
                  </a:lnTo>
                  <a:lnTo>
                    <a:pt x="3933456" y="228701"/>
                  </a:lnTo>
                  <a:lnTo>
                    <a:pt x="3941711" y="229755"/>
                  </a:lnTo>
                  <a:lnTo>
                    <a:pt x="3949712" y="227533"/>
                  </a:lnTo>
                  <a:lnTo>
                    <a:pt x="3956037" y="222567"/>
                  </a:lnTo>
                  <a:lnTo>
                    <a:pt x="3960025" y="215607"/>
                  </a:lnTo>
                  <a:lnTo>
                    <a:pt x="3961079" y="207365"/>
                  </a:lnTo>
                  <a:lnTo>
                    <a:pt x="3947464" y="19380"/>
                  </a:lnTo>
                  <a:lnTo>
                    <a:pt x="3945242" y="11366"/>
                  </a:lnTo>
                  <a:lnTo>
                    <a:pt x="3940289" y="5054"/>
                  </a:lnTo>
                  <a:lnTo>
                    <a:pt x="3933317" y="1054"/>
                  </a:lnTo>
                  <a:lnTo>
                    <a:pt x="3926560" y="190"/>
                  </a:lnTo>
                  <a:lnTo>
                    <a:pt x="3925074" y="0"/>
                  </a:lnTo>
                  <a:lnTo>
                    <a:pt x="3737089" y="13614"/>
                  </a:lnTo>
                  <a:lnTo>
                    <a:pt x="3717709" y="36004"/>
                  </a:lnTo>
                  <a:lnTo>
                    <a:pt x="3719944" y="44018"/>
                  </a:lnTo>
                  <a:lnTo>
                    <a:pt x="3724897" y="50342"/>
                  </a:lnTo>
                  <a:lnTo>
                    <a:pt x="3731857" y="54330"/>
                  </a:lnTo>
                  <a:lnTo>
                    <a:pt x="3740112" y="55384"/>
                  </a:lnTo>
                  <a:lnTo>
                    <a:pt x="3877665" y="45427"/>
                  </a:lnTo>
                  <a:lnTo>
                    <a:pt x="3456368" y="532498"/>
                  </a:lnTo>
                  <a:lnTo>
                    <a:pt x="3455898" y="533057"/>
                  </a:lnTo>
                  <a:lnTo>
                    <a:pt x="2827134" y="1312557"/>
                  </a:lnTo>
                  <a:lnTo>
                    <a:pt x="2827134" y="581075"/>
                  </a:lnTo>
                  <a:lnTo>
                    <a:pt x="2785249" y="581075"/>
                  </a:lnTo>
                  <a:lnTo>
                    <a:pt x="2785249" y="622960"/>
                  </a:lnTo>
                  <a:lnTo>
                    <a:pt x="2785249" y="1364475"/>
                  </a:lnTo>
                  <a:lnTo>
                    <a:pt x="2768968" y="1384655"/>
                  </a:lnTo>
                  <a:lnTo>
                    <a:pt x="2785249" y="1397800"/>
                  </a:lnTo>
                  <a:lnTo>
                    <a:pt x="2785249" y="2308771"/>
                  </a:lnTo>
                  <a:lnTo>
                    <a:pt x="41884" y="2308771"/>
                  </a:lnTo>
                  <a:lnTo>
                    <a:pt x="41884" y="622960"/>
                  </a:lnTo>
                  <a:lnTo>
                    <a:pt x="2785249" y="622960"/>
                  </a:lnTo>
                  <a:lnTo>
                    <a:pt x="2785249" y="581075"/>
                  </a:lnTo>
                  <a:lnTo>
                    <a:pt x="41884" y="581075"/>
                  </a:lnTo>
                  <a:lnTo>
                    <a:pt x="0" y="581075"/>
                  </a:lnTo>
                  <a:lnTo>
                    <a:pt x="0" y="2350655"/>
                  </a:lnTo>
                  <a:lnTo>
                    <a:pt x="41884" y="2350655"/>
                  </a:lnTo>
                  <a:lnTo>
                    <a:pt x="2785249" y="2350655"/>
                  </a:lnTo>
                  <a:lnTo>
                    <a:pt x="2827134" y="2350655"/>
                  </a:lnTo>
                  <a:lnTo>
                    <a:pt x="2827134" y="2172652"/>
                  </a:lnTo>
                  <a:lnTo>
                    <a:pt x="3533927" y="2172652"/>
                  </a:lnTo>
                  <a:lnTo>
                    <a:pt x="3902202" y="2172652"/>
                  </a:lnTo>
                  <a:lnTo>
                    <a:pt x="3804678" y="2270175"/>
                  </a:lnTo>
                  <a:lnTo>
                    <a:pt x="3800081" y="2277110"/>
                  </a:lnTo>
                  <a:lnTo>
                    <a:pt x="3798544" y="2284984"/>
                  </a:lnTo>
                  <a:lnTo>
                    <a:pt x="3800081" y="2292870"/>
                  </a:lnTo>
                  <a:lnTo>
                    <a:pt x="3804678" y="2299792"/>
                  </a:lnTo>
                  <a:lnTo>
                    <a:pt x="3811613" y="2304389"/>
                  </a:lnTo>
                  <a:lnTo>
                    <a:pt x="3819487" y="2305926"/>
                  </a:lnTo>
                  <a:lnTo>
                    <a:pt x="3827373" y="2304389"/>
                  </a:lnTo>
                  <a:lnTo>
                    <a:pt x="3834295" y="2299792"/>
                  </a:lnTo>
                  <a:lnTo>
                    <a:pt x="3967569" y="2166518"/>
                  </a:lnTo>
                  <a:lnTo>
                    <a:pt x="3967962" y="2165921"/>
                  </a:lnTo>
                  <a:lnTo>
                    <a:pt x="3972166" y="2159597"/>
                  </a:lnTo>
                  <a:lnTo>
                    <a:pt x="3973703" y="21517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8313883" y="3204091"/>
            <a:ext cx="10554970" cy="5895340"/>
            <a:chOff x="8313883" y="3204091"/>
            <a:chExt cx="10554970" cy="5895340"/>
          </a:xfrm>
        </p:grpSpPr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13883" y="3204091"/>
              <a:ext cx="10339738" cy="5895112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8313883" y="5162146"/>
              <a:ext cx="10554970" cy="1990089"/>
            </a:xfrm>
            <a:custGeom>
              <a:avLst/>
              <a:gdLst/>
              <a:ahLst/>
              <a:cxnLst/>
              <a:rect l="l" t="t" r="r" b="b"/>
              <a:pathLst>
                <a:path w="10554969" h="1990090">
                  <a:moveTo>
                    <a:pt x="10554652" y="0"/>
                  </a:moveTo>
                  <a:lnTo>
                    <a:pt x="0" y="0"/>
                  </a:lnTo>
                  <a:lnTo>
                    <a:pt x="0" y="1989468"/>
                  </a:lnTo>
                  <a:lnTo>
                    <a:pt x="10554652" y="1989468"/>
                  </a:lnTo>
                  <a:lnTo>
                    <a:pt x="105546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938240" cy="11308715"/>
            <a:chOff x="0" y="0"/>
            <a:chExt cx="18938240" cy="11308715"/>
          </a:xfrm>
        </p:grpSpPr>
        <p:sp>
          <p:nvSpPr>
            <p:cNvPr id="3" name="object 3" descr=""/>
            <p:cNvSpPr/>
            <p:nvPr/>
          </p:nvSpPr>
          <p:spPr>
            <a:xfrm>
              <a:off x="0" y="0"/>
              <a:ext cx="8136255" cy="11308715"/>
            </a:xfrm>
            <a:custGeom>
              <a:avLst/>
              <a:gdLst/>
              <a:ahLst/>
              <a:cxnLst/>
              <a:rect l="l" t="t" r="r" b="b"/>
              <a:pathLst>
                <a:path w="8136255" h="11308715">
                  <a:moveTo>
                    <a:pt x="8135877" y="0"/>
                  </a:moveTo>
                  <a:lnTo>
                    <a:pt x="0" y="0"/>
                  </a:lnTo>
                  <a:lnTo>
                    <a:pt x="0" y="11308556"/>
                  </a:lnTo>
                  <a:lnTo>
                    <a:pt x="8135877" y="11308556"/>
                  </a:lnTo>
                  <a:lnTo>
                    <a:pt x="8135877" y="0"/>
                  </a:lnTo>
                  <a:close/>
                </a:path>
              </a:pathLst>
            </a:custGeom>
            <a:solidFill>
              <a:srgbClr val="E4E3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4382" y="1165867"/>
              <a:ext cx="6172861" cy="139949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56819" y="3740082"/>
              <a:ext cx="10781240" cy="3919608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941" y="3518217"/>
              <a:ext cx="8156819" cy="2387361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517852" y="4303533"/>
              <a:ext cx="2230298" cy="670136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051866" y="5392506"/>
              <a:ext cx="2136060" cy="670136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444556" y="6439594"/>
              <a:ext cx="2083706" cy="670136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941" y="8722247"/>
              <a:ext cx="8135877" cy="2586308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8156819" y="3298328"/>
              <a:ext cx="806450" cy="1005205"/>
            </a:xfrm>
            <a:custGeom>
              <a:avLst/>
              <a:gdLst/>
              <a:ahLst/>
              <a:cxnLst/>
              <a:rect l="l" t="t" r="r" b="b"/>
              <a:pathLst>
                <a:path w="806450" h="1005204">
                  <a:moveTo>
                    <a:pt x="806258" y="0"/>
                  </a:moveTo>
                  <a:lnTo>
                    <a:pt x="0" y="0"/>
                  </a:lnTo>
                  <a:lnTo>
                    <a:pt x="0" y="1005204"/>
                  </a:lnTo>
                  <a:lnTo>
                    <a:pt x="806258" y="1005204"/>
                  </a:lnTo>
                  <a:lnTo>
                    <a:pt x="8062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8837" y="3743995"/>
            <a:ext cx="15036436" cy="128072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0" y="0"/>
            <a:ext cx="20104100" cy="1560195"/>
            <a:chOff x="0" y="0"/>
            <a:chExt cx="20104100" cy="1560195"/>
          </a:xfrm>
        </p:grpSpPr>
        <p:sp>
          <p:nvSpPr>
            <p:cNvPr id="4" name="object 4" descr=""/>
            <p:cNvSpPr/>
            <p:nvPr/>
          </p:nvSpPr>
          <p:spPr>
            <a:xfrm>
              <a:off x="0" y="0"/>
              <a:ext cx="20104100" cy="1560195"/>
            </a:xfrm>
            <a:custGeom>
              <a:avLst/>
              <a:gdLst/>
              <a:ahLst/>
              <a:cxnLst/>
              <a:rect l="l" t="t" r="r" b="b"/>
              <a:pathLst>
                <a:path w="20104100" h="1560195">
                  <a:moveTo>
                    <a:pt x="20104099" y="0"/>
                  </a:moveTo>
                  <a:lnTo>
                    <a:pt x="0" y="0"/>
                  </a:lnTo>
                  <a:lnTo>
                    <a:pt x="0" y="1560161"/>
                  </a:lnTo>
                  <a:lnTo>
                    <a:pt x="20104099" y="1560161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1A175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12941" y="403824"/>
              <a:ext cx="4377034" cy="953014"/>
            </a:xfrm>
            <a:prstGeom prst="rect">
              <a:avLst/>
            </a:prstGeom>
          </p:spPr>
        </p:pic>
      </p:grp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94612" y="6230176"/>
            <a:ext cx="4973670" cy="373810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25346" y="6230176"/>
            <a:ext cx="4973670" cy="373810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742514" y="5695793"/>
            <a:ext cx="1472365" cy="382432"/>
          </a:xfrm>
          <a:prstGeom prst="rect">
            <a:avLst/>
          </a:prstGeom>
        </p:spPr>
      </p:pic>
      <p:sp>
        <p:nvSpPr>
          <p:cNvPr id="9" name="object 9" descr=""/>
          <p:cNvSpPr/>
          <p:nvPr/>
        </p:nvSpPr>
        <p:spPr>
          <a:xfrm>
            <a:off x="12229758" y="5680455"/>
            <a:ext cx="794385" cy="398145"/>
          </a:xfrm>
          <a:custGeom>
            <a:avLst/>
            <a:gdLst/>
            <a:ahLst/>
            <a:cxnLst/>
            <a:rect l="l" t="t" r="r" b="b"/>
            <a:pathLst>
              <a:path w="794384" h="398145">
                <a:moveTo>
                  <a:pt x="49082" y="284779"/>
                </a:moveTo>
                <a:lnTo>
                  <a:pt x="0" y="284779"/>
                </a:lnTo>
                <a:lnTo>
                  <a:pt x="738" y="298072"/>
                </a:lnTo>
                <a:lnTo>
                  <a:pt x="802" y="298583"/>
                </a:lnTo>
                <a:lnTo>
                  <a:pt x="2921" y="310518"/>
                </a:lnTo>
                <a:lnTo>
                  <a:pt x="3003" y="310982"/>
                </a:lnTo>
                <a:lnTo>
                  <a:pt x="26266" y="353162"/>
                </a:lnTo>
                <a:lnTo>
                  <a:pt x="66018" y="381665"/>
                </a:lnTo>
                <a:lnTo>
                  <a:pt x="102302" y="393744"/>
                </a:lnTo>
                <a:lnTo>
                  <a:pt x="115334" y="396045"/>
                </a:lnTo>
                <a:lnTo>
                  <a:pt x="115580" y="396045"/>
                </a:lnTo>
                <a:lnTo>
                  <a:pt x="127890" y="397339"/>
                </a:lnTo>
                <a:lnTo>
                  <a:pt x="140600" y="397770"/>
                </a:lnTo>
                <a:lnTo>
                  <a:pt x="154947" y="397339"/>
                </a:lnTo>
                <a:lnTo>
                  <a:pt x="168592" y="396045"/>
                </a:lnTo>
                <a:lnTo>
                  <a:pt x="216077" y="382240"/>
                </a:lnTo>
                <a:lnTo>
                  <a:pt x="248814" y="357635"/>
                </a:lnTo>
                <a:lnTo>
                  <a:pt x="140600" y="357635"/>
                </a:lnTo>
                <a:lnTo>
                  <a:pt x="131732" y="357380"/>
                </a:lnTo>
                <a:lnTo>
                  <a:pt x="90678" y="348097"/>
                </a:lnTo>
                <a:lnTo>
                  <a:pt x="60538" y="324243"/>
                </a:lnTo>
                <a:lnTo>
                  <a:pt x="49545" y="294030"/>
                </a:lnTo>
                <a:lnTo>
                  <a:pt x="49082" y="284779"/>
                </a:lnTo>
                <a:close/>
              </a:path>
              <a:path w="794384" h="398145">
                <a:moveTo>
                  <a:pt x="138299" y="15338"/>
                </a:moveTo>
                <a:lnTo>
                  <a:pt x="98372" y="19652"/>
                </a:lnTo>
                <a:lnTo>
                  <a:pt x="55105" y="37962"/>
                </a:lnTo>
                <a:lnTo>
                  <a:pt x="25659" y="67536"/>
                </a:lnTo>
                <a:lnTo>
                  <a:pt x="12318" y="105913"/>
                </a:lnTo>
                <a:lnTo>
                  <a:pt x="11812" y="117640"/>
                </a:lnTo>
                <a:lnTo>
                  <a:pt x="12286" y="127131"/>
                </a:lnTo>
                <a:lnTo>
                  <a:pt x="24876" y="163367"/>
                </a:lnTo>
                <a:lnTo>
                  <a:pt x="52804" y="191424"/>
                </a:lnTo>
                <a:lnTo>
                  <a:pt x="94026" y="213217"/>
                </a:lnTo>
                <a:lnTo>
                  <a:pt x="145009" y="230312"/>
                </a:lnTo>
                <a:lnTo>
                  <a:pt x="156449" y="234099"/>
                </a:lnTo>
                <a:lnTo>
                  <a:pt x="197639" y="253128"/>
                </a:lnTo>
                <a:lnTo>
                  <a:pt x="216780" y="275576"/>
                </a:lnTo>
                <a:lnTo>
                  <a:pt x="219506" y="282223"/>
                </a:lnTo>
                <a:lnTo>
                  <a:pt x="220870" y="289892"/>
                </a:lnTo>
                <a:lnTo>
                  <a:pt x="220870" y="298583"/>
                </a:lnTo>
                <a:lnTo>
                  <a:pt x="206266" y="336290"/>
                </a:lnTo>
                <a:lnTo>
                  <a:pt x="164438" y="355846"/>
                </a:lnTo>
                <a:lnTo>
                  <a:pt x="140600" y="357635"/>
                </a:lnTo>
                <a:lnTo>
                  <a:pt x="248814" y="357635"/>
                </a:lnTo>
                <a:lnTo>
                  <a:pt x="265171" y="330027"/>
                </a:lnTo>
                <a:lnTo>
                  <a:pt x="265287" y="329755"/>
                </a:lnTo>
                <a:lnTo>
                  <a:pt x="268163" y="319737"/>
                </a:lnTo>
                <a:lnTo>
                  <a:pt x="269888" y="309176"/>
                </a:lnTo>
                <a:lnTo>
                  <a:pt x="270437" y="298583"/>
                </a:lnTo>
                <a:lnTo>
                  <a:pt x="270463" y="298072"/>
                </a:lnTo>
                <a:lnTo>
                  <a:pt x="270105" y="289892"/>
                </a:lnTo>
                <a:lnTo>
                  <a:pt x="258976" y="250763"/>
                </a:lnTo>
                <a:lnTo>
                  <a:pt x="232885" y="221557"/>
                </a:lnTo>
                <a:lnTo>
                  <a:pt x="190928" y="198118"/>
                </a:lnTo>
                <a:lnTo>
                  <a:pt x="137165" y="180319"/>
                </a:lnTo>
                <a:lnTo>
                  <a:pt x="126859" y="177028"/>
                </a:lnTo>
                <a:lnTo>
                  <a:pt x="87268" y="159181"/>
                </a:lnTo>
                <a:lnTo>
                  <a:pt x="61097" y="123898"/>
                </a:lnTo>
                <a:lnTo>
                  <a:pt x="61097" y="116059"/>
                </a:lnTo>
                <a:lnTo>
                  <a:pt x="74038" y="78704"/>
                </a:lnTo>
                <a:lnTo>
                  <a:pt x="114269" y="57710"/>
                </a:lnTo>
                <a:lnTo>
                  <a:pt x="124971" y="56319"/>
                </a:lnTo>
                <a:lnTo>
                  <a:pt x="123272" y="56319"/>
                </a:lnTo>
                <a:lnTo>
                  <a:pt x="138299" y="55728"/>
                </a:lnTo>
                <a:lnTo>
                  <a:pt x="240797" y="55728"/>
                </a:lnTo>
                <a:lnTo>
                  <a:pt x="235249" y="49785"/>
                </a:lnTo>
                <a:lnTo>
                  <a:pt x="193996" y="24397"/>
                </a:lnTo>
                <a:lnTo>
                  <a:pt x="158462" y="16344"/>
                </a:lnTo>
                <a:lnTo>
                  <a:pt x="138299" y="15338"/>
                </a:lnTo>
                <a:close/>
              </a:path>
              <a:path w="794384" h="398145">
                <a:moveTo>
                  <a:pt x="240797" y="55728"/>
                </a:moveTo>
                <a:lnTo>
                  <a:pt x="138299" y="55728"/>
                </a:lnTo>
                <a:lnTo>
                  <a:pt x="151624" y="56319"/>
                </a:lnTo>
                <a:lnTo>
                  <a:pt x="163735" y="58093"/>
                </a:lnTo>
                <a:lnTo>
                  <a:pt x="200163" y="76179"/>
                </a:lnTo>
                <a:lnTo>
                  <a:pt x="219799" y="117640"/>
                </a:lnTo>
                <a:lnTo>
                  <a:pt x="220358" y="127818"/>
                </a:lnTo>
                <a:lnTo>
                  <a:pt x="269441" y="127818"/>
                </a:lnTo>
                <a:lnTo>
                  <a:pt x="260813" y="86117"/>
                </a:lnTo>
                <a:lnTo>
                  <a:pt x="245555" y="60825"/>
                </a:lnTo>
                <a:lnTo>
                  <a:pt x="240797" y="55728"/>
                </a:lnTo>
                <a:close/>
              </a:path>
              <a:path w="794384" h="398145">
                <a:moveTo>
                  <a:pt x="372340" y="116059"/>
                </a:moveTo>
                <a:lnTo>
                  <a:pt x="324791" y="116059"/>
                </a:lnTo>
                <a:lnTo>
                  <a:pt x="324791" y="392658"/>
                </a:lnTo>
                <a:lnTo>
                  <a:pt x="372340" y="392658"/>
                </a:lnTo>
                <a:lnTo>
                  <a:pt x="372340" y="116059"/>
                </a:lnTo>
                <a:close/>
              </a:path>
              <a:path w="794384" h="398145">
                <a:moveTo>
                  <a:pt x="358109" y="15338"/>
                </a:moveTo>
                <a:lnTo>
                  <a:pt x="339874" y="15338"/>
                </a:lnTo>
                <a:lnTo>
                  <a:pt x="332886" y="17979"/>
                </a:lnTo>
                <a:lnTo>
                  <a:pt x="328115" y="23262"/>
                </a:lnTo>
                <a:lnTo>
                  <a:pt x="323513" y="28546"/>
                </a:lnTo>
                <a:lnTo>
                  <a:pt x="321212" y="35022"/>
                </a:lnTo>
                <a:lnTo>
                  <a:pt x="321212" y="50019"/>
                </a:lnTo>
                <a:lnTo>
                  <a:pt x="323513" y="56325"/>
                </a:lnTo>
                <a:lnTo>
                  <a:pt x="328115" y="61608"/>
                </a:lnTo>
                <a:lnTo>
                  <a:pt x="332886" y="66721"/>
                </a:lnTo>
                <a:lnTo>
                  <a:pt x="339874" y="69277"/>
                </a:lnTo>
                <a:lnTo>
                  <a:pt x="358109" y="69277"/>
                </a:lnTo>
                <a:lnTo>
                  <a:pt x="365011" y="66721"/>
                </a:lnTo>
                <a:lnTo>
                  <a:pt x="374726" y="56325"/>
                </a:lnTo>
                <a:lnTo>
                  <a:pt x="377197" y="50019"/>
                </a:lnTo>
                <a:lnTo>
                  <a:pt x="377197" y="35022"/>
                </a:lnTo>
                <a:lnTo>
                  <a:pt x="374726" y="28546"/>
                </a:lnTo>
                <a:lnTo>
                  <a:pt x="369783" y="23262"/>
                </a:lnTo>
                <a:lnTo>
                  <a:pt x="365011" y="17979"/>
                </a:lnTo>
                <a:lnTo>
                  <a:pt x="358109" y="15338"/>
                </a:lnTo>
                <a:close/>
              </a:path>
              <a:path w="794384" h="398145">
                <a:moveTo>
                  <a:pt x="494411" y="0"/>
                </a:moveTo>
                <a:lnTo>
                  <a:pt x="446863" y="0"/>
                </a:lnTo>
                <a:lnTo>
                  <a:pt x="446863" y="392658"/>
                </a:lnTo>
                <a:lnTo>
                  <a:pt x="494411" y="392658"/>
                </a:lnTo>
                <a:lnTo>
                  <a:pt x="494411" y="0"/>
                </a:lnTo>
                <a:close/>
              </a:path>
              <a:path w="794384" h="398145">
                <a:moveTo>
                  <a:pt x="612649" y="0"/>
                </a:moveTo>
                <a:lnTo>
                  <a:pt x="565100" y="0"/>
                </a:lnTo>
                <a:lnTo>
                  <a:pt x="565100" y="392658"/>
                </a:lnTo>
                <a:lnTo>
                  <a:pt x="612649" y="392658"/>
                </a:lnTo>
                <a:lnTo>
                  <a:pt x="612649" y="315200"/>
                </a:lnTo>
                <a:lnTo>
                  <a:pt x="593476" y="315200"/>
                </a:lnTo>
                <a:lnTo>
                  <a:pt x="589641" y="264839"/>
                </a:lnTo>
                <a:lnTo>
                  <a:pt x="612649" y="237328"/>
                </a:lnTo>
                <a:lnTo>
                  <a:pt x="612649" y="0"/>
                </a:lnTo>
                <a:close/>
              </a:path>
              <a:path w="794384" h="398145">
                <a:moveTo>
                  <a:pt x="673842" y="231377"/>
                </a:moveTo>
                <a:lnTo>
                  <a:pt x="660964" y="245155"/>
                </a:lnTo>
                <a:lnTo>
                  <a:pt x="642453" y="264367"/>
                </a:lnTo>
                <a:lnTo>
                  <a:pt x="738422" y="392658"/>
                </a:lnTo>
                <a:lnTo>
                  <a:pt x="794151" y="392658"/>
                </a:lnTo>
                <a:lnTo>
                  <a:pt x="673842" y="231377"/>
                </a:lnTo>
                <a:close/>
              </a:path>
              <a:path w="794384" h="398145">
                <a:moveTo>
                  <a:pt x="612649" y="237328"/>
                </a:moveTo>
                <a:lnTo>
                  <a:pt x="589641" y="264839"/>
                </a:lnTo>
                <a:lnTo>
                  <a:pt x="593476" y="315200"/>
                </a:lnTo>
                <a:lnTo>
                  <a:pt x="612649" y="295301"/>
                </a:lnTo>
                <a:lnTo>
                  <a:pt x="612649" y="237328"/>
                </a:lnTo>
                <a:close/>
              </a:path>
              <a:path w="794384" h="398145">
                <a:moveTo>
                  <a:pt x="612649" y="295301"/>
                </a:moveTo>
                <a:lnTo>
                  <a:pt x="593476" y="315200"/>
                </a:lnTo>
                <a:lnTo>
                  <a:pt x="612649" y="315200"/>
                </a:lnTo>
                <a:lnTo>
                  <a:pt x="612649" y="295301"/>
                </a:lnTo>
                <a:close/>
              </a:path>
              <a:path w="794384" h="398145">
                <a:moveTo>
                  <a:pt x="781625" y="116059"/>
                </a:moveTo>
                <a:lnTo>
                  <a:pt x="723851" y="116059"/>
                </a:lnTo>
                <a:lnTo>
                  <a:pt x="637957" y="207065"/>
                </a:lnTo>
                <a:lnTo>
                  <a:pt x="612649" y="237328"/>
                </a:lnTo>
                <a:lnTo>
                  <a:pt x="612649" y="295301"/>
                </a:lnTo>
                <a:lnTo>
                  <a:pt x="642453" y="264367"/>
                </a:lnTo>
                <a:lnTo>
                  <a:pt x="639746" y="260749"/>
                </a:lnTo>
                <a:lnTo>
                  <a:pt x="664287" y="218569"/>
                </a:lnTo>
                <a:lnTo>
                  <a:pt x="685813" y="218569"/>
                </a:lnTo>
                <a:lnTo>
                  <a:pt x="781625" y="116059"/>
                </a:lnTo>
                <a:close/>
              </a:path>
              <a:path w="794384" h="398145">
                <a:moveTo>
                  <a:pt x="664287" y="218569"/>
                </a:moveTo>
                <a:lnTo>
                  <a:pt x="639746" y="260749"/>
                </a:lnTo>
                <a:lnTo>
                  <a:pt x="642453" y="264367"/>
                </a:lnTo>
                <a:lnTo>
                  <a:pt x="660964" y="245155"/>
                </a:lnTo>
                <a:lnTo>
                  <a:pt x="673842" y="231377"/>
                </a:lnTo>
                <a:lnTo>
                  <a:pt x="664287" y="218569"/>
                </a:lnTo>
                <a:close/>
              </a:path>
              <a:path w="794384" h="398145">
                <a:moveTo>
                  <a:pt x="685813" y="218569"/>
                </a:moveTo>
                <a:lnTo>
                  <a:pt x="664287" y="218569"/>
                </a:lnTo>
                <a:lnTo>
                  <a:pt x="673842" y="231377"/>
                </a:lnTo>
                <a:lnTo>
                  <a:pt x="685813" y="2185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20104100" cy="1560195"/>
            <a:chOff x="0" y="0"/>
            <a:chExt cx="20104100" cy="1560195"/>
          </a:xfrm>
        </p:grpSpPr>
        <p:sp>
          <p:nvSpPr>
            <p:cNvPr id="3" name="object 3" descr=""/>
            <p:cNvSpPr/>
            <p:nvPr/>
          </p:nvSpPr>
          <p:spPr>
            <a:xfrm>
              <a:off x="0" y="0"/>
              <a:ext cx="20104100" cy="1560195"/>
            </a:xfrm>
            <a:custGeom>
              <a:avLst/>
              <a:gdLst/>
              <a:ahLst/>
              <a:cxnLst/>
              <a:rect l="l" t="t" r="r" b="b"/>
              <a:pathLst>
                <a:path w="20104100" h="1560195">
                  <a:moveTo>
                    <a:pt x="20104099" y="0"/>
                  </a:moveTo>
                  <a:lnTo>
                    <a:pt x="0" y="0"/>
                  </a:lnTo>
                  <a:lnTo>
                    <a:pt x="0" y="1560161"/>
                  </a:lnTo>
                  <a:lnTo>
                    <a:pt x="20104099" y="1560161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1A175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75423" y="403824"/>
              <a:ext cx="14342495" cy="742880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63756" y="2251240"/>
            <a:ext cx="12376586" cy="8408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16688" y="1528749"/>
            <a:ext cx="4675077" cy="4757579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2607041" y="3821873"/>
            <a:ext cx="1691639" cy="561975"/>
          </a:xfrm>
          <a:custGeom>
            <a:avLst/>
            <a:gdLst/>
            <a:ahLst/>
            <a:cxnLst/>
            <a:rect l="l" t="t" r="r" b="b"/>
            <a:pathLst>
              <a:path w="1691639" h="561975">
                <a:moveTo>
                  <a:pt x="101777" y="0"/>
                </a:moveTo>
                <a:lnTo>
                  <a:pt x="0" y="0"/>
                </a:lnTo>
                <a:lnTo>
                  <a:pt x="0" y="439777"/>
                </a:lnTo>
                <a:lnTo>
                  <a:pt x="101777" y="439777"/>
                </a:lnTo>
                <a:lnTo>
                  <a:pt x="101777" y="0"/>
                </a:lnTo>
                <a:close/>
              </a:path>
              <a:path w="1691639" h="561975">
                <a:moveTo>
                  <a:pt x="286561" y="101777"/>
                </a:moveTo>
                <a:lnTo>
                  <a:pt x="192952" y="101777"/>
                </a:lnTo>
                <a:lnTo>
                  <a:pt x="192952" y="439777"/>
                </a:lnTo>
                <a:lnTo>
                  <a:pt x="290959" y="439777"/>
                </a:lnTo>
                <a:lnTo>
                  <a:pt x="290959" y="272661"/>
                </a:lnTo>
                <a:lnTo>
                  <a:pt x="291588" y="257662"/>
                </a:lnTo>
                <a:lnTo>
                  <a:pt x="306823" y="211760"/>
                </a:lnTo>
                <a:lnTo>
                  <a:pt x="323858" y="195386"/>
                </a:lnTo>
                <a:lnTo>
                  <a:pt x="286561" y="195386"/>
                </a:lnTo>
                <a:lnTo>
                  <a:pt x="268970" y="167115"/>
                </a:lnTo>
                <a:lnTo>
                  <a:pt x="279062" y="151134"/>
                </a:lnTo>
                <a:lnTo>
                  <a:pt x="286561" y="142412"/>
                </a:lnTo>
                <a:lnTo>
                  <a:pt x="286561" y="101777"/>
                </a:lnTo>
                <a:close/>
              </a:path>
              <a:path w="1691639" h="561975">
                <a:moveTo>
                  <a:pt x="528805" y="181565"/>
                </a:moveTo>
                <a:lnTo>
                  <a:pt x="372004" y="181565"/>
                </a:lnTo>
                <a:lnTo>
                  <a:pt x="387396" y="182782"/>
                </a:lnTo>
                <a:lnTo>
                  <a:pt x="400904" y="186434"/>
                </a:lnTo>
                <a:lnTo>
                  <a:pt x="430235" y="212113"/>
                </a:lnTo>
                <a:lnTo>
                  <a:pt x="440483" y="261353"/>
                </a:lnTo>
                <a:lnTo>
                  <a:pt x="440483" y="439777"/>
                </a:lnTo>
                <a:lnTo>
                  <a:pt x="538491" y="439777"/>
                </a:lnTo>
                <a:lnTo>
                  <a:pt x="538389" y="244076"/>
                </a:lnTo>
                <a:lnTo>
                  <a:pt x="537352" y="221694"/>
                </a:lnTo>
                <a:lnTo>
                  <a:pt x="533936" y="199470"/>
                </a:lnTo>
                <a:lnTo>
                  <a:pt x="528805" y="181565"/>
                </a:lnTo>
                <a:close/>
              </a:path>
              <a:path w="1691639" h="561975">
                <a:moveTo>
                  <a:pt x="286561" y="142412"/>
                </a:moveTo>
                <a:lnTo>
                  <a:pt x="279062" y="151134"/>
                </a:lnTo>
                <a:lnTo>
                  <a:pt x="268970" y="167115"/>
                </a:lnTo>
                <a:lnTo>
                  <a:pt x="286561" y="195386"/>
                </a:lnTo>
                <a:lnTo>
                  <a:pt x="286561" y="142412"/>
                </a:lnTo>
                <a:close/>
              </a:path>
              <a:path w="1691639" h="561975">
                <a:moveTo>
                  <a:pt x="398391" y="96751"/>
                </a:moveTo>
                <a:lnTo>
                  <a:pt x="357397" y="101305"/>
                </a:lnTo>
                <a:lnTo>
                  <a:pt x="321115" y="114970"/>
                </a:lnTo>
                <a:lnTo>
                  <a:pt x="286561" y="142412"/>
                </a:lnTo>
                <a:lnTo>
                  <a:pt x="286561" y="195386"/>
                </a:lnTo>
                <a:lnTo>
                  <a:pt x="323858" y="195386"/>
                </a:lnTo>
                <a:lnTo>
                  <a:pt x="329911" y="191617"/>
                </a:lnTo>
                <a:lnTo>
                  <a:pt x="339610" y="187219"/>
                </a:lnTo>
                <a:lnTo>
                  <a:pt x="349858" y="184078"/>
                </a:lnTo>
                <a:lnTo>
                  <a:pt x="360656" y="182193"/>
                </a:lnTo>
                <a:lnTo>
                  <a:pt x="372004" y="181565"/>
                </a:lnTo>
                <a:lnTo>
                  <a:pt x="528805" y="181565"/>
                </a:lnTo>
                <a:lnTo>
                  <a:pt x="528243" y="179601"/>
                </a:lnTo>
                <a:lnTo>
                  <a:pt x="498597" y="133189"/>
                </a:lnTo>
                <a:lnTo>
                  <a:pt x="453755" y="105939"/>
                </a:lnTo>
                <a:lnTo>
                  <a:pt x="418655" y="97889"/>
                </a:lnTo>
                <a:lnTo>
                  <a:pt x="420201" y="97889"/>
                </a:lnTo>
                <a:lnTo>
                  <a:pt x="398391" y="96751"/>
                </a:lnTo>
                <a:close/>
              </a:path>
              <a:path w="1691639" h="561975">
                <a:moveTo>
                  <a:pt x="714657" y="101777"/>
                </a:moveTo>
                <a:lnTo>
                  <a:pt x="621047" y="101777"/>
                </a:lnTo>
                <a:lnTo>
                  <a:pt x="621047" y="561658"/>
                </a:lnTo>
                <a:lnTo>
                  <a:pt x="719055" y="561658"/>
                </a:lnTo>
                <a:lnTo>
                  <a:pt x="719055" y="403768"/>
                </a:lnTo>
                <a:lnTo>
                  <a:pt x="717484" y="402239"/>
                </a:lnTo>
                <a:lnTo>
                  <a:pt x="705783" y="386729"/>
                </a:lnTo>
                <a:lnTo>
                  <a:pt x="688113" y="348052"/>
                </a:lnTo>
                <a:lnTo>
                  <a:pt x="679318" y="299048"/>
                </a:lnTo>
                <a:lnTo>
                  <a:pt x="678243" y="271405"/>
                </a:lnTo>
                <a:lnTo>
                  <a:pt x="678218" y="270777"/>
                </a:lnTo>
                <a:lnTo>
                  <a:pt x="682459" y="216433"/>
                </a:lnTo>
                <a:lnTo>
                  <a:pt x="695181" y="172769"/>
                </a:lnTo>
                <a:lnTo>
                  <a:pt x="714657" y="141038"/>
                </a:lnTo>
                <a:lnTo>
                  <a:pt x="714657" y="101777"/>
                </a:lnTo>
                <a:close/>
              </a:path>
              <a:path w="1691639" h="561975">
                <a:moveTo>
                  <a:pt x="820832" y="96751"/>
                </a:moveTo>
                <a:lnTo>
                  <a:pt x="779367" y="101462"/>
                </a:lnTo>
                <a:lnTo>
                  <a:pt x="729107" y="126239"/>
                </a:lnTo>
                <a:lnTo>
                  <a:pt x="714539" y="177167"/>
                </a:lnTo>
                <a:lnTo>
                  <a:pt x="712784" y="270777"/>
                </a:lnTo>
                <a:lnTo>
                  <a:pt x="712772" y="271405"/>
                </a:lnTo>
                <a:lnTo>
                  <a:pt x="719055" y="371297"/>
                </a:lnTo>
                <a:lnTo>
                  <a:pt x="719055" y="403768"/>
                </a:lnTo>
                <a:lnTo>
                  <a:pt x="762758" y="434201"/>
                </a:lnTo>
                <a:lnTo>
                  <a:pt x="800139" y="443625"/>
                </a:lnTo>
                <a:lnTo>
                  <a:pt x="820832" y="444803"/>
                </a:lnTo>
                <a:lnTo>
                  <a:pt x="844077" y="443468"/>
                </a:lnTo>
                <a:lnTo>
                  <a:pt x="886798" y="432787"/>
                </a:lnTo>
                <a:lnTo>
                  <a:pt x="924415" y="411662"/>
                </a:lnTo>
                <a:lnTo>
                  <a:pt x="954571" y="381506"/>
                </a:lnTo>
                <a:lnTo>
                  <a:pt x="965765" y="364386"/>
                </a:lnTo>
                <a:lnTo>
                  <a:pt x="803869" y="364386"/>
                </a:lnTo>
                <a:lnTo>
                  <a:pt x="791932" y="363680"/>
                </a:lnTo>
                <a:lnTo>
                  <a:pt x="750664" y="346835"/>
                </a:lnTo>
                <a:lnTo>
                  <a:pt x="724159" y="309885"/>
                </a:lnTo>
                <a:lnTo>
                  <a:pt x="717830" y="271405"/>
                </a:lnTo>
                <a:lnTo>
                  <a:pt x="717798" y="270777"/>
                </a:lnTo>
                <a:lnTo>
                  <a:pt x="724159" y="231432"/>
                </a:lnTo>
                <a:lnTo>
                  <a:pt x="750664" y="194719"/>
                </a:lnTo>
                <a:lnTo>
                  <a:pt x="791932" y="177874"/>
                </a:lnTo>
                <a:lnTo>
                  <a:pt x="803869" y="177167"/>
                </a:lnTo>
                <a:lnTo>
                  <a:pt x="965354" y="177167"/>
                </a:lnTo>
                <a:lnTo>
                  <a:pt x="954571" y="160675"/>
                </a:lnTo>
                <a:lnTo>
                  <a:pt x="924415" y="130519"/>
                </a:lnTo>
                <a:lnTo>
                  <a:pt x="886798" y="109119"/>
                </a:lnTo>
                <a:lnTo>
                  <a:pt x="844077" y="98125"/>
                </a:lnTo>
                <a:lnTo>
                  <a:pt x="820832" y="96751"/>
                </a:lnTo>
                <a:close/>
              </a:path>
              <a:path w="1691639" h="561975">
                <a:moveTo>
                  <a:pt x="714657" y="141038"/>
                </a:moveTo>
                <a:lnTo>
                  <a:pt x="687760" y="193266"/>
                </a:lnTo>
                <a:lnTo>
                  <a:pt x="679279" y="242270"/>
                </a:lnTo>
                <a:lnTo>
                  <a:pt x="678218" y="270777"/>
                </a:lnTo>
                <a:lnTo>
                  <a:pt x="679222" y="296574"/>
                </a:lnTo>
                <a:lnTo>
                  <a:pt x="688113" y="348052"/>
                </a:lnTo>
                <a:lnTo>
                  <a:pt x="705783" y="386729"/>
                </a:lnTo>
                <a:lnTo>
                  <a:pt x="719055" y="403768"/>
                </a:lnTo>
                <a:lnTo>
                  <a:pt x="719055" y="371297"/>
                </a:lnTo>
                <a:lnTo>
                  <a:pt x="712772" y="271405"/>
                </a:lnTo>
                <a:lnTo>
                  <a:pt x="714071" y="202140"/>
                </a:lnTo>
                <a:lnTo>
                  <a:pt x="714123" y="199391"/>
                </a:lnTo>
                <a:lnTo>
                  <a:pt x="714237" y="193266"/>
                </a:lnTo>
                <a:lnTo>
                  <a:pt x="714327" y="188475"/>
                </a:lnTo>
                <a:lnTo>
                  <a:pt x="714420" y="183528"/>
                </a:lnTo>
                <a:lnTo>
                  <a:pt x="714539" y="177167"/>
                </a:lnTo>
                <a:lnTo>
                  <a:pt x="714657" y="141038"/>
                </a:lnTo>
                <a:close/>
              </a:path>
              <a:path w="1691639" h="561975">
                <a:moveTo>
                  <a:pt x="965354" y="177167"/>
                </a:moveTo>
                <a:lnTo>
                  <a:pt x="803869" y="177167"/>
                </a:lnTo>
                <a:lnTo>
                  <a:pt x="815767" y="177874"/>
                </a:lnTo>
                <a:lnTo>
                  <a:pt x="826957" y="179994"/>
                </a:lnTo>
                <a:lnTo>
                  <a:pt x="864653" y="202140"/>
                </a:lnTo>
                <a:lnTo>
                  <a:pt x="886956" y="243448"/>
                </a:lnTo>
                <a:lnTo>
                  <a:pt x="889940" y="270777"/>
                </a:lnTo>
                <a:lnTo>
                  <a:pt x="889194" y="284755"/>
                </a:lnTo>
                <a:lnTo>
                  <a:pt x="871838" y="330814"/>
                </a:lnTo>
                <a:lnTo>
                  <a:pt x="837441" y="358025"/>
                </a:lnTo>
                <a:lnTo>
                  <a:pt x="803869" y="364386"/>
                </a:lnTo>
                <a:lnTo>
                  <a:pt x="965765" y="364386"/>
                </a:lnTo>
                <a:lnTo>
                  <a:pt x="983549" y="320566"/>
                </a:lnTo>
                <a:lnTo>
                  <a:pt x="989169" y="271405"/>
                </a:lnTo>
                <a:lnTo>
                  <a:pt x="989204" y="270777"/>
                </a:lnTo>
                <a:lnTo>
                  <a:pt x="987790" y="245254"/>
                </a:lnTo>
                <a:lnTo>
                  <a:pt x="983549" y="221459"/>
                </a:lnTo>
                <a:lnTo>
                  <a:pt x="976482" y="199391"/>
                </a:lnTo>
                <a:lnTo>
                  <a:pt x="966587" y="179052"/>
                </a:lnTo>
                <a:lnTo>
                  <a:pt x="965354" y="177167"/>
                </a:lnTo>
                <a:close/>
              </a:path>
              <a:path w="1691639" h="561975">
                <a:moveTo>
                  <a:pt x="1144652" y="101777"/>
                </a:moveTo>
                <a:lnTo>
                  <a:pt x="1046645" y="101777"/>
                </a:lnTo>
                <a:lnTo>
                  <a:pt x="1046645" y="292765"/>
                </a:lnTo>
                <a:lnTo>
                  <a:pt x="1051199" y="340356"/>
                </a:lnTo>
                <a:lnTo>
                  <a:pt x="1064864" y="378836"/>
                </a:lnTo>
                <a:lnTo>
                  <a:pt x="1100321" y="419241"/>
                </a:lnTo>
                <a:lnTo>
                  <a:pt x="1151249" y="440719"/>
                </a:lnTo>
                <a:lnTo>
                  <a:pt x="1191143" y="444803"/>
                </a:lnTo>
                <a:lnTo>
                  <a:pt x="1208863" y="443782"/>
                </a:lnTo>
                <a:lnTo>
                  <a:pt x="1209790" y="443782"/>
                </a:lnTo>
                <a:lnTo>
                  <a:pt x="1262764" y="427212"/>
                </a:lnTo>
                <a:lnTo>
                  <a:pt x="1296061" y="399654"/>
                </a:lnTo>
                <a:lnTo>
                  <a:pt x="1296061" y="359989"/>
                </a:lnTo>
                <a:lnTo>
                  <a:pt x="1213132" y="359989"/>
                </a:lnTo>
                <a:lnTo>
                  <a:pt x="1197700" y="358771"/>
                </a:lnTo>
                <a:lnTo>
                  <a:pt x="1162243" y="340513"/>
                </a:lnTo>
                <a:lnTo>
                  <a:pt x="1145752" y="297988"/>
                </a:lnTo>
                <a:lnTo>
                  <a:pt x="1144652" y="278316"/>
                </a:lnTo>
                <a:lnTo>
                  <a:pt x="1144652" y="101777"/>
                </a:lnTo>
                <a:close/>
              </a:path>
              <a:path w="1691639" h="561975">
                <a:moveTo>
                  <a:pt x="1389043" y="346795"/>
                </a:moveTo>
                <a:lnTo>
                  <a:pt x="1296061" y="346795"/>
                </a:lnTo>
                <a:lnTo>
                  <a:pt x="1313024" y="373810"/>
                </a:lnTo>
                <a:lnTo>
                  <a:pt x="1303522" y="390341"/>
                </a:lnTo>
                <a:lnTo>
                  <a:pt x="1296061" y="399654"/>
                </a:lnTo>
                <a:lnTo>
                  <a:pt x="1296061" y="439777"/>
                </a:lnTo>
                <a:lnTo>
                  <a:pt x="1389043" y="439777"/>
                </a:lnTo>
                <a:lnTo>
                  <a:pt x="1389043" y="346795"/>
                </a:lnTo>
                <a:close/>
              </a:path>
              <a:path w="1691639" h="561975">
                <a:moveTo>
                  <a:pt x="1296061" y="346795"/>
                </a:moveTo>
                <a:lnTo>
                  <a:pt x="1296061" y="399654"/>
                </a:lnTo>
                <a:lnTo>
                  <a:pt x="1303522" y="390341"/>
                </a:lnTo>
                <a:lnTo>
                  <a:pt x="1313024" y="373810"/>
                </a:lnTo>
                <a:lnTo>
                  <a:pt x="1296061" y="346795"/>
                </a:lnTo>
                <a:close/>
              </a:path>
              <a:path w="1691639" h="561975">
                <a:moveTo>
                  <a:pt x="1389043" y="101777"/>
                </a:moveTo>
                <a:lnTo>
                  <a:pt x="1291035" y="101777"/>
                </a:lnTo>
                <a:lnTo>
                  <a:pt x="1291035" y="268892"/>
                </a:lnTo>
                <a:lnTo>
                  <a:pt x="1290407" y="283656"/>
                </a:lnTo>
                <a:lnTo>
                  <a:pt x="1275486" y="329832"/>
                </a:lnTo>
                <a:lnTo>
                  <a:pt x="1244230" y="354688"/>
                </a:lnTo>
                <a:lnTo>
                  <a:pt x="1213132" y="359989"/>
                </a:lnTo>
                <a:lnTo>
                  <a:pt x="1296061" y="359989"/>
                </a:lnTo>
                <a:lnTo>
                  <a:pt x="1296061" y="346795"/>
                </a:lnTo>
                <a:lnTo>
                  <a:pt x="1389043" y="346795"/>
                </a:lnTo>
                <a:lnTo>
                  <a:pt x="1389043" y="101777"/>
                </a:lnTo>
                <a:close/>
              </a:path>
              <a:path w="1691639" h="561975">
                <a:moveTo>
                  <a:pt x="1583502" y="27014"/>
                </a:moveTo>
                <a:lnTo>
                  <a:pt x="1485494" y="27014"/>
                </a:lnTo>
                <a:lnTo>
                  <a:pt x="1485494" y="323550"/>
                </a:lnTo>
                <a:lnTo>
                  <a:pt x="1493819" y="376480"/>
                </a:lnTo>
                <a:lnTo>
                  <a:pt x="1518792" y="414647"/>
                </a:lnTo>
                <a:lnTo>
                  <a:pt x="1558686" y="437264"/>
                </a:lnTo>
                <a:lnTo>
                  <a:pt x="1611773" y="444803"/>
                </a:lnTo>
                <a:lnTo>
                  <a:pt x="1622964" y="444489"/>
                </a:lnTo>
                <a:lnTo>
                  <a:pt x="1665410" y="436635"/>
                </a:lnTo>
                <a:lnTo>
                  <a:pt x="1691561" y="423442"/>
                </a:lnTo>
                <a:lnTo>
                  <a:pt x="1669972" y="366899"/>
                </a:lnTo>
                <a:lnTo>
                  <a:pt x="1625595" y="366899"/>
                </a:lnTo>
                <a:lnTo>
                  <a:pt x="1616367" y="366193"/>
                </a:lnTo>
                <a:lnTo>
                  <a:pt x="1586329" y="341298"/>
                </a:lnTo>
                <a:lnTo>
                  <a:pt x="1583590" y="323550"/>
                </a:lnTo>
                <a:lnTo>
                  <a:pt x="1583502" y="27014"/>
                </a:lnTo>
                <a:close/>
              </a:path>
              <a:path w="1691639" h="561975">
                <a:moveTo>
                  <a:pt x="1665175" y="354334"/>
                </a:moveTo>
                <a:lnTo>
                  <a:pt x="1656575" y="359832"/>
                </a:lnTo>
                <a:lnTo>
                  <a:pt x="1647112" y="363758"/>
                </a:lnTo>
                <a:lnTo>
                  <a:pt x="1636441" y="366193"/>
                </a:lnTo>
                <a:lnTo>
                  <a:pt x="1635666" y="366193"/>
                </a:lnTo>
                <a:lnTo>
                  <a:pt x="1625595" y="366899"/>
                </a:lnTo>
                <a:lnTo>
                  <a:pt x="1669972" y="366899"/>
                </a:lnTo>
                <a:lnTo>
                  <a:pt x="1665175" y="354334"/>
                </a:lnTo>
                <a:close/>
              </a:path>
              <a:path w="1691639" h="561975">
                <a:moveTo>
                  <a:pt x="1485494" y="109316"/>
                </a:moveTo>
                <a:lnTo>
                  <a:pt x="1433349" y="109316"/>
                </a:lnTo>
                <a:lnTo>
                  <a:pt x="1433349" y="184706"/>
                </a:lnTo>
                <a:lnTo>
                  <a:pt x="1485494" y="184706"/>
                </a:lnTo>
                <a:lnTo>
                  <a:pt x="1485494" y="109316"/>
                </a:lnTo>
                <a:close/>
              </a:path>
              <a:path w="1691639" h="561975">
                <a:moveTo>
                  <a:pt x="1667688" y="109316"/>
                </a:moveTo>
                <a:lnTo>
                  <a:pt x="1583502" y="109316"/>
                </a:lnTo>
                <a:lnTo>
                  <a:pt x="1583502" y="184706"/>
                </a:lnTo>
                <a:lnTo>
                  <a:pt x="1667688" y="184706"/>
                </a:lnTo>
                <a:lnTo>
                  <a:pt x="1667688" y="1093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5228227" y="3814334"/>
            <a:ext cx="2306955" cy="569595"/>
          </a:xfrm>
          <a:custGeom>
            <a:avLst/>
            <a:gdLst/>
            <a:ahLst/>
            <a:cxnLst/>
            <a:rect l="l" t="t" r="r" b="b"/>
            <a:pathLst>
              <a:path w="2306955" h="569595">
                <a:moveTo>
                  <a:pt x="240620" y="0"/>
                </a:moveTo>
                <a:lnTo>
                  <a:pt x="190988" y="4240"/>
                </a:lnTo>
                <a:lnTo>
                  <a:pt x="145126" y="16962"/>
                </a:lnTo>
                <a:lnTo>
                  <a:pt x="103975" y="37381"/>
                </a:lnTo>
                <a:lnTo>
                  <a:pt x="68479" y="64710"/>
                </a:lnTo>
                <a:lnTo>
                  <a:pt x="39422" y="98164"/>
                </a:lnTo>
                <a:lnTo>
                  <a:pt x="17591" y="136959"/>
                </a:lnTo>
                <a:lnTo>
                  <a:pt x="9980" y="157927"/>
                </a:lnTo>
                <a:lnTo>
                  <a:pt x="9894" y="158162"/>
                </a:lnTo>
                <a:lnTo>
                  <a:pt x="4475" y="179994"/>
                </a:lnTo>
                <a:lnTo>
                  <a:pt x="4397" y="180308"/>
                </a:lnTo>
                <a:lnTo>
                  <a:pt x="1133" y="203161"/>
                </a:lnTo>
                <a:lnTo>
                  <a:pt x="1099" y="203396"/>
                </a:lnTo>
                <a:lnTo>
                  <a:pt x="0" y="227427"/>
                </a:lnTo>
                <a:lnTo>
                  <a:pt x="1105" y="251497"/>
                </a:lnTo>
                <a:lnTo>
                  <a:pt x="9894" y="296692"/>
                </a:lnTo>
                <a:lnTo>
                  <a:pt x="27638" y="338078"/>
                </a:lnTo>
                <a:lnTo>
                  <a:pt x="52694" y="374085"/>
                </a:lnTo>
                <a:lnTo>
                  <a:pt x="84892" y="404673"/>
                </a:lnTo>
                <a:lnTo>
                  <a:pt x="123305" y="428586"/>
                </a:lnTo>
                <a:lnTo>
                  <a:pt x="167272" y="445313"/>
                </a:lnTo>
                <a:lnTo>
                  <a:pt x="215647" y="453795"/>
                </a:lnTo>
                <a:lnTo>
                  <a:pt x="241249" y="454855"/>
                </a:lnTo>
                <a:lnTo>
                  <a:pt x="266497" y="453795"/>
                </a:lnTo>
                <a:lnTo>
                  <a:pt x="313930" y="445313"/>
                </a:lnTo>
                <a:lnTo>
                  <a:pt x="357358" y="428586"/>
                </a:lnTo>
                <a:lnTo>
                  <a:pt x="395367" y="405026"/>
                </a:lnTo>
                <a:lnTo>
                  <a:pt x="427565" y="374713"/>
                </a:lnTo>
                <a:lnTo>
                  <a:pt x="432701" y="368156"/>
                </a:lnTo>
                <a:lnTo>
                  <a:pt x="240620" y="368156"/>
                </a:lnTo>
                <a:lnTo>
                  <a:pt x="226131" y="367528"/>
                </a:lnTo>
                <a:lnTo>
                  <a:pt x="185962" y="358104"/>
                </a:lnTo>
                <a:lnTo>
                  <a:pt x="151801" y="338078"/>
                </a:lnTo>
                <a:lnTo>
                  <a:pt x="125650" y="308629"/>
                </a:lnTo>
                <a:lnTo>
                  <a:pt x="108764" y="271366"/>
                </a:lnTo>
                <a:lnTo>
                  <a:pt x="108687" y="271130"/>
                </a:lnTo>
                <a:lnTo>
                  <a:pt x="105616" y="257426"/>
                </a:lnTo>
                <a:lnTo>
                  <a:pt x="105546" y="257112"/>
                </a:lnTo>
                <a:lnTo>
                  <a:pt x="103692" y="242780"/>
                </a:lnTo>
                <a:lnTo>
                  <a:pt x="103661" y="242544"/>
                </a:lnTo>
                <a:lnTo>
                  <a:pt x="103033" y="227427"/>
                </a:lnTo>
                <a:lnTo>
                  <a:pt x="103661" y="212074"/>
                </a:lnTo>
                <a:lnTo>
                  <a:pt x="105546" y="197428"/>
                </a:lnTo>
                <a:lnTo>
                  <a:pt x="118770" y="158162"/>
                </a:lnTo>
                <a:lnTo>
                  <a:pt x="142613" y="125650"/>
                </a:lnTo>
                <a:lnTo>
                  <a:pt x="174065" y="102326"/>
                </a:lnTo>
                <a:lnTo>
                  <a:pt x="212192" y="89211"/>
                </a:lnTo>
                <a:lnTo>
                  <a:pt x="240620" y="86698"/>
                </a:lnTo>
                <a:lnTo>
                  <a:pt x="432209" y="86698"/>
                </a:lnTo>
                <a:lnTo>
                  <a:pt x="427565" y="80769"/>
                </a:lnTo>
                <a:lnTo>
                  <a:pt x="395367" y="50181"/>
                </a:lnTo>
                <a:lnTo>
                  <a:pt x="357358" y="26308"/>
                </a:lnTo>
                <a:lnTo>
                  <a:pt x="313890" y="9541"/>
                </a:lnTo>
                <a:lnTo>
                  <a:pt x="266143" y="1060"/>
                </a:lnTo>
                <a:lnTo>
                  <a:pt x="240620" y="0"/>
                </a:lnTo>
                <a:close/>
              </a:path>
              <a:path w="2306955" h="569595">
                <a:moveTo>
                  <a:pt x="432209" y="86698"/>
                </a:moveTo>
                <a:lnTo>
                  <a:pt x="240620" y="86698"/>
                </a:lnTo>
                <a:lnTo>
                  <a:pt x="255110" y="87327"/>
                </a:lnTo>
                <a:lnTo>
                  <a:pt x="269049" y="89211"/>
                </a:lnTo>
                <a:lnTo>
                  <a:pt x="307412" y="102326"/>
                </a:lnTo>
                <a:lnTo>
                  <a:pt x="338628" y="125650"/>
                </a:lnTo>
                <a:lnTo>
                  <a:pt x="362005" y="157927"/>
                </a:lnTo>
                <a:lnTo>
                  <a:pt x="375538" y="197428"/>
                </a:lnTo>
                <a:lnTo>
                  <a:pt x="378208" y="227427"/>
                </a:lnTo>
                <a:lnTo>
                  <a:pt x="377551" y="242544"/>
                </a:lnTo>
                <a:lnTo>
                  <a:pt x="377540" y="242780"/>
                </a:lnTo>
                <a:lnTo>
                  <a:pt x="375581" y="257112"/>
                </a:lnTo>
                <a:lnTo>
                  <a:pt x="375538" y="257426"/>
                </a:lnTo>
                <a:lnTo>
                  <a:pt x="372257" y="271130"/>
                </a:lnTo>
                <a:lnTo>
                  <a:pt x="355277" y="308629"/>
                </a:lnTo>
                <a:lnTo>
                  <a:pt x="328811" y="338078"/>
                </a:lnTo>
                <a:lnTo>
                  <a:pt x="294650" y="358104"/>
                </a:lnTo>
                <a:lnTo>
                  <a:pt x="255070" y="367528"/>
                </a:lnTo>
                <a:lnTo>
                  <a:pt x="240620" y="368156"/>
                </a:lnTo>
                <a:lnTo>
                  <a:pt x="432701" y="368156"/>
                </a:lnTo>
                <a:lnTo>
                  <a:pt x="463022" y="318524"/>
                </a:lnTo>
                <a:lnTo>
                  <a:pt x="476687" y="274703"/>
                </a:lnTo>
                <a:lnTo>
                  <a:pt x="481241" y="227427"/>
                </a:lnTo>
                <a:lnTo>
                  <a:pt x="480114" y="203396"/>
                </a:lnTo>
                <a:lnTo>
                  <a:pt x="480103" y="203161"/>
                </a:lnTo>
                <a:lnTo>
                  <a:pt x="476733" y="180308"/>
                </a:lnTo>
                <a:lnTo>
                  <a:pt x="476687" y="179994"/>
                </a:lnTo>
                <a:lnTo>
                  <a:pt x="471054" y="158162"/>
                </a:lnTo>
                <a:lnTo>
                  <a:pt x="470993" y="157927"/>
                </a:lnTo>
                <a:lnTo>
                  <a:pt x="463022" y="136959"/>
                </a:lnTo>
                <a:lnTo>
                  <a:pt x="453009" y="116894"/>
                </a:lnTo>
                <a:lnTo>
                  <a:pt x="441190" y="98164"/>
                </a:lnTo>
                <a:lnTo>
                  <a:pt x="432209" y="86698"/>
                </a:lnTo>
                <a:close/>
              </a:path>
              <a:path w="2306955" h="569595">
                <a:moveTo>
                  <a:pt x="640661" y="109316"/>
                </a:moveTo>
                <a:lnTo>
                  <a:pt x="542653" y="109316"/>
                </a:lnTo>
                <a:lnTo>
                  <a:pt x="542653" y="300305"/>
                </a:lnTo>
                <a:lnTo>
                  <a:pt x="547208" y="347895"/>
                </a:lnTo>
                <a:lnTo>
                  <a:pt x="560873" y="386375"/>
                </a:lnTo>
                <a:lnTo>
                  <a:pt x="596330" y="426780"/>
                </a:lnTo>
                <a:lnTo>
                  <a:pt x="647257" y="448258"/>
                </a:lnTo>
                <a:lnTo>
                  <a:pt x="687151" y="452342"/>
                </a:lnTo>
                <a:lnTo>
                  <a:pt x="704871" y="451321"/>
                </a:lnTo>
                <a:lnTo>
                  <a:pt x="705799" y="451321"/>
                </a:lnTo>
                <a:lnTo>
                  <a:pt x="758772" y="434751"/>
                </a:lnTo>
                <a:lnTo>
                  <a:pt x="792070" y="407193"/>
                </a:lnTo>
                <a:lnTo>
                  <a:pt x="792070" y="367528"/>
                </a:lnTo>
                <a:lnTo>
                  <a:pt x="709140" y="367528"/>
                </a:lnTo>
                <a:lnTo>
                  <a:pt x="693709" y="366310"/>
                </a:lnTo>
                <a:lnTo>
                  <a:pt x="658252" y="348052"/>
                </a:lnTo>
                <a:lnTo>
                  <a:pt x="641760" y="305527"/>
                </a:lnTo>
                <a:lnTo>
                  <a:pt x="640661" y="285855"/>
                </a:lnTo>
                <a:lnTo>
                  <a:pt x="640661" y="109316"/>
                </a:lnTo>
                <a:close/>
              </a:path>
              <a:path w="2306955" h="569595">
                <a:moveTo>
                  <a:pt x="885051" y="354334"/>
                </a:moveTo>
                <a:lnTo>
                  <a:pt x="792070" y="354334"/>
                </a:lnTo>
                <a:lnTo>
                  <a:pt x="809032" y="381349"/>
                </a:lnTo>
                <a:lnTo>
                  <a:pt x="799530" y="397880"/>
                </a:lnTo>
                <a:lnTo>
                  <a:pt x="792070" y="407193"/>
                </a:lnTo>
                <a:lnTo>
                  <a:pt x="792070" y="447316"/>
                </a:lnTo>
                <a:lnTo>
                  <a:pt x="885051" y="447316"/>
                </a:lnTo>
                <a:lnTo>
                  <a:pt x="885051" y="354334"/>
                </a:lnTo>
                <a:close/>
              </a:path>
              <a:path w="2306955" h="569595">
                <a:moveTo>
                  <a:pt x="792070" y="354334"/>
                </a:moveTo>
                <a:lnTo>
                  <a:pt x="792070" y="407193"/>
                </a:lnTo>
                <a:lnTo>
                  <a:pt x="799530" y="397880"/>
                </a:lnTo>
                <a:lnTo>
                  <a:pt x="809032" y="381349"/>
                </a:lnTo>
                <a:lnTo>
                  <a:pt x="792070" y="354334"/>
                </a:lnTo>
                <a:close/>
              </a:path>
              <a:path w="2306955" h="569595">
                <a:moveTo>
                  <a:pt x="885051" y="109316"/>
                </a:moveTo>
                <a:lnTo>
                  <a:pt x="787044" y="109316"/>
                </a:lnTo>
                <a:lnTo>
                  <a:pt x="787044" y="276431"/>
                </a:lnTo>
                <a:lnTo>
                  <a:pt x="786415" y="291195"/>
                </a:lnTo>
                <a:lnTo>
                  <a:pt x="771494" y="337371"/>
                </a:lnTo>
                <a:lnTo>
                  <a:pt x="740239" y="362227"/>
                </a:lnTo>
                <a:lnTo>
                  <a:pt x="709140" y="367528"/>
                </a:lnTo>
                <a:lnTo>
                  <a:pt x="792070" y="367528"/>
                </a:lnTo>
                <a:lnTo>
                  <a:pt x="792070" y="354334"/>
                </a:lnTo>
                <a:lnTo>
                  <a:pt x="885051" y="354334"/>
                </a:lnTo>
                <a:lnTo>
                  <a:pt x="885051" y="109316"/>
                </a:lnTo>
                <a:close/>
              </a:path>
              <a:path w="2306955" h="569595">
                <a:moveTo>
                  <a:pt x="1079510" y="34553"/>
                </a:moveTo>
                <a:lnTo>
                  <a:pt x="981503" y="34553"/>
                </a:lnTo>
                <a:lnTo>
                  <a:pt x="981503" y="331089"/>
                </a:lnTo>
                <a:lnTo>
                  <a:pt x="989827" y="384019"/>
                </a:lnTo>
                <a:lnTo>
                  <a:pt x="1014800" y="422186"/>
                </a:lnTo>
                <a:lnTo>
                  <a:pt x="1054694" y="444803"/>
                </a:lnTo>
                <a:lnTo>
                  <a:pt x="1107782" y="452342"/>
                </a:lnTo>
                <a:lnTo>
                  <a:pt x="1118972" y="452028"/>
                </a:lnTo>
                <a:lnTo>
                  <a:pt x="1161419" y="444174"/>
                </a:lnTo>
                <a:lnTo>
                  <a:pt x="1187570" y="430981"/>
                </a:lnTo>
                <a:lnTo>
                  <a:pt x="1165981" y="374438"/>
                </a:lnTo>
                <a:lnTo>
                  <a:pt x="1121603" y="374438"/>
                </a:lnTo>
                <a:lnTo>
                  <a:pt x="1112376" y="373732"/>
                </a:lnTo>
                <a:lnTo>
                  <a:pt x="1082337" y="348837"/>
                </a:lnTo>
                <a:lnTo>
                  <a:pt x="1079598" y="331089"/>
                </a:lnTo>
                <a:lnTo>
                  <a:pt x="1079510" y="34553"/>
                </a:lnTo>
                <a:close/>
              </a:path>
              <a:path w="2306955" h="569595">
                <a:moveTo>
                  <a:pt x="1161183" y="361873"/>
                </a:moveTo>
                <a:lnTo>
                  <a:pt x="1152584" y="367371"/>
                </a:lnTo>
                <a:lnTo>
                  <a:pt x="1143121" y="371297"/>
                </a:lnTo>
                <a:lnTo>
                  <a:pt x="1132450" y="373732"/>
                </a:lnTo>
                <a:lnTo>
                  <a:pt x="1131675" y="373732"/>
                </a:lnTo>
                <a:lnTo>
                  <a:pt x="1121603" y="374438"/>
                </a:lnTo>
                <a:lnTo>
                  <a:pt x="1165981" y="374438"/>
                </a:lnTo>
                <a:lnTo>
                  <a:pt x="1161183" y="361873"/>
                </a:lnTo>
                <a:close/>
              </a:path>
              <a:path w="2306955" h="569595">
                <a:moveTo>
                  <a:pt x="981503" y="116855"/>
                </a:moveTo>
                <a:lnTo>
                  <a:pt x="929358" y="116855"/>
                </a:lnTo>
                <a:lnTo>
                  <a:pt x="929358" y="192245"/>
                </a:lnTo>
                <a:lnTo>
                  <a:pt x="981503" y="192245"/>
                </a:lnTo>
                <a:lnTo>
                  <a:pt x="981503" y="116855"/>
                </a:lnTo>
                <a:close/>
              </a:path>
              <a:path w="2306955" h="569595">
                <a:moveTo>
                  <a:pt x="1163696" y="116855"/>
                </a:moveTo>
                <a:lnTo>
                  <a:pt x="1079510" y="116855"/>
                </a:lnTo>
                <a:lnTo>
                  <a:pt x="1079510" y="192245"/>
                </a:lnTo>
                <a:lnTo>
                  <a:pt x="1163696" y="192245"/>
                </a:lnTo>
                <a:lnTo>
                  <a:pt x="1163696" y="116855"/>
                </a:lnTo>
                <a:close/>
              </a:path>
              <a:path w="2306955" h="569595">
                <a:moveTo>
                  <a:pt x="1329913" y="109316"/>
                </a:moveTo>
                <a:lnTo>
                  <a:pt x="1236303" y="109316"/>
                </a:lnTo>
                <a:lnTo>
                  <a:pt x="1236303" y="569197"/>
                </a:lnTo>
                <a:lnTo>
                  <a:pt x="1334311" y="569197"/>
                </a:lnTo>
                <a:lnTo>
                  <a:pt x="1334311" y="411307"/>
                </a:lnTo>
                <a:lnTo>
                  <a:pt x="1332740" y="409778"/>
                </a:lnTo>
                <a:lnTo>
                  <a:pt x="1321039" y="394268"/>
                </a:lnTo>
                <a:lnTo>
                  <a:pt x="1303369" y="355591"/>
                </a:lnTo>
                <a:lnTo>
                  <a:pt x="1294574" y="306587"/>
                </a:lnTo>
                <a:lnTo>
                  <a:pt x="1293499" y="278944"/>
                </a:lnTo>
                <a:lnTo>
                  <a:pt x="1293474" y="278316"/>
                </a:lnTo>
                <a:lnTo>
                  <a:pt x="1294424" y="252793"/>
                </a:lnTo>
                <a:lnTo>
                  <a:pt x="1294535" y="249809"/>
                </a:lnTo>
                <a:lnTo>
                  <a:pt x="1297715" y="223972"/>
                </a:lnTo>
                <a:lnTo>
                  <a:pt x="1303016" y="200805"/>
                </a:lnTo>
                <a:lnTo>
                  <a:pt x="1310437" y="180308"/>
                </a:lnTo>
                <a:lnTo>
                  <a:pt x="1319861" y="162364"/>
                </a:lnTo>
                <a:lnTo>
                  <a:pt x="1329913" y="148577"/>
                </a:lnTo>
                <a:lnTo>
                  <a:pt x="1329913" y="109316"/>
                </a:lnTo>
                <a:close/>
              </a:path>
              <a:path w="2306955" h="569595">
                <a:moveTo>
                  <a:pt x="1436088" y="104290"/>
                </a:moveTo>
                <a:lnTo>
                  <a:pt x="1394623" y="109001"/>
                </a:lnTo>
                <a:lnTo>
                  <a:pt x="1344363" y="133778"/>
                </a:lnTo>
                <a:lnTo>
                  <a:pt x="1329795" y="184706"/>
                </a:lnTo>
                <a:lnTo>
                  <a:pt x="1328040" y="278316"/>
                </a:lnTo>
                <a:lnTo>
                  <a:pt x="1328028" y="278944"/>
                </a:lnTo>
                <a:lnTo>
                  <a:pt x="1334311" y="378836"/>
                </a:lnTo>
                <a:lnTo>
                  <a:pt x="1334311" y="411307"/>
                </a:lnTo>
                <a:lnTo>
                  <a:pt x="1378014" y="441740"/>
                </a:lnTo>
                <a:lnTo>
                  <a:pt x="1415395" y="451164"/>
                </a:lnTo>
                <a:lnTo>
                  <a:pt x="1436088" y="452342"/>
                </a:lnTo>
                <a:lnTo>
                  <a:pt x="1459333" y="451007"/>
                </a:lnTo>
                <a:lnTo>
                  <a:pt x="1502055" y="440326"/>
                </a:lnTo>
                <a:lnTo>
                  <a:pt x="1539671" y="419201"/>
                </a:lnTo>
                <a:lnTo>
                  <a:pt x="1569827" y="389045"/>
                </a:lnTo>
                <a:lnTo>
                  <a:pt x="1581021" y="371925"/>
                </a:lnTo>
                <a:lnTo>
                  <a:pt x="1419125" y="371925"/>
                </a:lnTo>
                <a:lnTo>
                  <a:pt x="1407188" y="371219"/>
                </a:lnTo>
                <a:lnTo>
                  <a:pt x="1365920" y="354374"/>
                </a:lnTo>
                <a:lnTo>
                  <a:pt x="1339415" y="317424"/>
                </a:lnTo>
                <a:lnTo>
                  <a:pt x="1333086" y="278944"/>
                </a:lnTo>
                <a:lnTo>
                  <a:pt x="1333054" y="278316"/>
                </a:lnTo>
                <a:lnTo>
                  <a:pt x="1333761" y="264101"/>
                </a:lnTo>
                <a:lnTo>
                  <a:pt x="1350528" y="218278"/>
                </a:lnTo>
                <a:lnTo>
                  <a:pt x="1385199" y="191067"/>
                </a:lnTo>
                <a:lnTo>
                  <a:pt x="1419125" y="184706"/>
                </a:lnTo>
                <a:lnTo>
                  <a:pt x="1580610" y="184706"/>
                </a:lnTo>
                <a:lnTo>
                  <a:pt x="1569827" y="168214"/>
                </a:lnTo>
                <a:lnTo>
                  <a:pt x="1539671" y="138058"/>
                </a:lnTo>
                <a:lnTo>
                  <a:pt x="1502055" y="116658"/>
                </a:lnTo>
                <a:lnTo>
                  <a:pt x="1459333" y="105664"/>
                </a:lnTo>
                <a:lnTo>
                  <a:pt x="1436088" y="104290"/>
                </a:lnTo>
                <a:close/>
              </a:path>
              <a:path w="2306955" h="569595">
                <a:moveTo>
                  <a:pt x="1329913" y="148577"/>
                </a:moveTo>
                <a:lnTo>
                  <a:pt x="1303016" y="200805"/>
                </a:lnTo>
                <a:lnTo>
                  <a:pt x="1294535" y="249809"/>
                </a:lnTo>
                <a:lnTo>
                  <a:pt x="1293474" y="278316"/>
                </a:lnTo>
                <a:lnTo>
                  <a:pt x="1294478" y="304113"/>
                </a:lnTo>
                <a:lnTo>
                  <a:pt x="1294574" y="306587"/>
                </a:lnTo>
                <a:lnTo>
                  <a:pt x="1303369" y="355591"/>
                </a:lnTo>
                <a:lnTo>
                  <a:pt x="1321039" y="394268"/>
                </a:lnTo>
                <a:lnTo>
                  <a:pt x="1334311" y="411307"/>
                </a:lnTo>
                <a:lnTo>
                  <a:pt x="1334311" y="378836"/>
                </a:lnTo>
                <a:lnTo>
                  <a:pt x="1328028" y="278944"/>
                </a:lnTo>
                <a:lnTo>
                  <a:pt x="1329327" y="209679"/>
                </a:lnTo>
                <a:lnTo>
                  <a:pt x="1329379" y="206930"/>
                </a:lnTo>
                <a:lnTo>
                  <a:pt x="1329493" y="200805"/>
                </a:lnTo>
                <a:lnTo>
                  <a:pt x="1329583" y="196014"/>
                </a:lnTo>
                <a:lnTo>
                  <a:pt x="1329676" y="191067"/>
                </a:lnTo>
                <a:lnTo>
                  <a:pt x="1329795" y="184706"/>
                </a:lnTo>
                <a:lnTo>
                  <a:pt x="1329913" y="148577"/>
                </a:lnTo>
                <a:close/>
              </a:path>
              <a:path w="2306955" h="569595">
                <a:moveTo>
                  <a:pt x="1580610" y="184706"/>
                </a:moveTo>
                <a:lnTo>
                  <a:pt x="1419125" y="184706"/>
                </a:lnTo>
                <a:lnTo>
                  <a:pt x="1431023" y="185413"/>
                </a:lnTo>
                <a:lnTo>
                  <a:pt x="1442213" y="187533"/>
                </a:lnTo>
                <a:lnTo>
                  <a:pt x="1479909" y="209679"/>
                </a:lnTo>
                <a:lnTo>
                  <a:pt x="1502212" y="250987"/>
                </a:lnTo>
                <a:lnTo>
                  <a:pt x="1505196" y="278316"/>
                </a:lnTo>
                <a:lnTo>
                  <a:pt x="1504450" y="292294"/>
                </a:lnTo>
                <a:lnTo>
                  <a:pt x="1487094" y="338353"/>
                </a:lnTo>
                <a:lnTo>
                  <a:pt x="1452697" y="365564"/>
                </a:lnTo>
                <a:lnTo>
                  <a:pt x="1419125" y="371925"/>
                </a:lnTo>
                <a:lnTo>
                  <a:pt x="1581021" y="371925"/>
                </a:lnTo>
                <a:lnTo>
                  <a:pt x="1598805" y="328105"/>
                </a:lnTo>
                <a:lnTo>
                  <a:pt x="1604425" y="278944"/>
                </a:lnTo>
                <a:lnTo>
                  <a:pt x="1604460" y="278316"/>
                </a:lnTo>
                <a:lnTo>
                  <a:pt x="1603046" y="252793"/>
                </a:lnTo>
                <a:lnTo>
                  <a:pt x="1598805" y="228998"/>
                </a:lnTo>
                <a:lnTo>
                  <a:pt x="1591738" y="206930"/>
                </a:lnTo>
                <a:lnTo>
                  <a:pt x="1581843" y="186591"/>
                </a:lnTo>
                <a:lnTo>
                  <a:pt x="1580610" y="184706"/>
                </a:lnTo>
                <a:close/>
              </a:path>
              <a:path w="2306955" h="569595">
                <a:moveTo>
                  <a:pt x="1759908" y="109316"/>
                </a:moveTo>
                <a:lnTo>
                  <a:pt x="1661901" y="109316"/>
                </a:lnTo>
                <a:lnTo>
                  <a:pt x="1661901" y="300305"/>
                </a:lnTo>
                <a:lnTo>
                  <a:pt x="1666456" y="347895"/>
                </a:lnTo>
                <a:lnTo>
                  <a:pt x="1680120" y="386375"/>
                </a:lnTo>
                <a:lnTo>
                  <a:pt x="1715577" y="426780"/>
                </a:lnTo>
                <a:lnTo>
                  <a:pt x="1766505" y="448258"/>
                </a:lnTo>
                <a:lnTo>
                  <a:pt x="1806399" y="452342"/>
                </a:lnTo>
                <a:lnTo>
                  <a:pt x="1824119" y="451321"/>
                </a:lnTo>
                <a:lnTo>
                  <a:pt x="1825047" y="451321"/>
                </a:lnTo>
                <a:lnTo>
                  <a:pt x="1878020" y="434751"/>
                </a:lnTo>
                <a:lnTo>
                  <a:pt x="1911317" y="407193"/>
                </a:lnTo>
                <a:lnTo>
                  <a:pt x="1911317" y="367528"/>
                </a:lnTo>
                <a:lnTo>
                  <a:pt x="1828388" y="367528"/>
                </a:lnTo>
                <a:lnTo>
                  <a:pt x="1812957" y="366310"/>
                </a:lnTo>
                <a:lnTo>
                  <a:pt x="1777500" y="348052"/>
                </a:lnTo>
                <a:lnTo>
                  <a:pt x="1761008" y="305527"/>
                </a:lnTo>
                <a:lnTo>
                  <a:pt x="1759908" y="285855"/>
                </a:lnTo>
                <a:lnTo>
                  <a:pt x="1759908" y="109316"/>
                </a:lnTo>
                <a:close/>
              </a:path>
              <a:path w="2306955" h="569595">
                <a:moveTo>
                  <a:pt x="2004299" y="354334"/>
                </a:moveTo>
                <a:lnTo>
                  <a:pt x="1911317" y="354334"/>
                </a:lnTo>
                <a:lnTo>
                  <a:pt x="1928280" y="381349"/>
                </a:lnTo>
                <a:lnTo>
                  <a:pt x="1918778" y="397880"/>
                </a:lnTo>
                <a:lnTo>
                  <a:pt x="1911317" y="407193"/>
                </a:lnTo>
                <a:lnTo>
                  <a:pt x="1911317" y="447316"/>
                </a:lnTo>
                <a:lnTo>
                  <a:pt x="2004299" y="447316"/>
                </a:lnTo>
                <a:lnTo>
                  <a:pt x="2004299" y="354334"/>
                </a:lnTo>
                <a:close/>
              </a:path>
              <a:path w="2306955" h="569595">
                <a:moveTo>
                  <a:pt x="1911317" y="354334"/>
                </a:moveTo>
                <a:lnTo>
                  <a:pt x="1911317" y="407193"/>
                </a:lnTo>
                <a:lnTo>
                  <a:pt x="1918778" y="397880"/>
                </a:lnTo>
                <a:lnTo>
                  <a:pt x="1928280" y="381349"/>
                </a:lnTo>
                <a:lnTo>
                  <a:pt x="1911317" y="354334"/>
                </a:lnTo>
                <a:close/>
              </a:path>
              <a:path w="2306955" h="569595">
                <a:moveTo>
                  <a:pt x="2004299" y="109316"/>
                </a:moveTo>
                <a:lnTo>
                  <a:pt x="1906291" y="109316"/>
                </a:lnTo>
                <a:lnTo>
                  <a:pt x="1906291" y="276431"/>
                </a:lnTo>
                <a:lnTo>
                  <a:pt x="1905663" y="291195"/>
                </a:lnTo>
                <a:lnTo>
                  <a:pt x="1890742" y="337371"/>
                </a:lnTo>
                <a:lnTo>
                  <a:pt x="1859486" y="362227"/>
                </a:lnTo>
                <a:lnTo>
                  <a:pt x="1828388" y="367528"/>
                </a:lnTo>
                <a:lnTo>
                  <a:pt x="1911317" y="367528"/>
                </a:lnTo>
                <a:lnTo>
                  <a:pt x="1911317" y="354334"/>
                </a:lnTo>
                <a:lnTo>
                  <a:pt x="2004299" y="354334"/>
                </a:lnTo>
                <a:lnTo>
                  <a:pt x="2004299" y="109316"/>
                </a:lnTo>
                <a:close/>
              </a:path>
              <a:path w="2306955" h="569595">
                <a:moveTo>
                  <a:pt x="2198758" y="34553"/>
                </a:moveTo>
                <a:lnTo>
                  <a:pt x="2100750" y="34553"/>
                </a:lnTo>
                <a:lnTo>
                  <a:pt x="2100750" y="331089"/>
                </a:lnTo>
                <a:lnTo>
                  <a:pt x="2109075" y="384019"/>
                </a:lnTo>
                <a:lnTo>
                  <a:pt x="2134048" y="422186"/>
                </a:lnTo>
                <a:lnTo>
                  <a:pt x="2173942" y="444803"/>
                </a:lnTo>
                <a:lnTo>
                  <a:pt x="2227029" y="452342"/>
                </a:lnTo>
                <a:lnTo>
                  <a:pt x="2238220" y="452028"/>
                </a:lnTo>
                <a:lnTo>
                  <a:pt x="2280666" y="444174"/>
                </a:lnTo>
                <a:lnTo>
                  <a:pt x="2306817" y="430981"/>
                </a:lnTo>
                <a:lnTo>
                  <a:pt x="2285228" y="374438"/>
                </a:lnTo>
                <a:lnTo>
                  <a:pt x="2240851" y="374438"/>
                </a:lnTo>
                <a:lnTo>
                  <a:pt x="2231623" y="373732"/>
                </a:lnTo>
                <a:lnTo>
                  <a:pt x="2201585" y="348837"/>
                </a:lnTo>
                <a:lnTo>
                  <a:pt x="2198846" y="331089"/>
                </a:lnTo>
                <a:lnTo>
                  <a:pt x="2198758" y="34553"/>
                </a:lnTo>
                <a:close/>
              </a:path>
              <a:path w="2306955" h="569595">
                <a:moveTo>
                  <a:pt x="2280431" y="361873"/>
                </a:moveTo>
                <a:lnTo>
                  <a:pt x="2271831" y="367371"/>
                </a:lnTo>
                <a:lnTo>
                  <a:pt x="2262368" y="371297"/>
                </a:lnTo>
                <a:lnTo>
                  <a:pt x="2251697" y="373732"/>
                </a:lnTo>
                <a:lnTo>
                  <a:pt x="2250922" y="373732"/>
                </a:lnTo>
                <a:lnTo>
                  <a:pt x="2240851" y="374438"/>
                </a:lnTo>
                <a:lnTo>
                  <a:pt x="2285228" y="374438"/>
                </a:lnTo>
                <a:lnTo>
                  <a:pt x="2280431" y="361873"/>
                </a:lnTo>
                <a:close/>
              </a:path>
              <a:path w="2306955" h="569595">
                <a:moveTo>
                  <a:pt x="2100750" y="116855"/>
                </a:moveTo>
                <a:lnTo>
                  <a:pt x="2048605" y="116855"/>
                </a:lnTo>
                <a:lnTo>
                  <a:pt x="2048605" y="192245"/>
                </a:lnTo>
                <a:lnTo>
                  <a:pt x="2100750" y="192245"/>
                </a:lnTo>
                <a:lnTo>
                  <a:pt x="2100750" y="116855"/>
                </a:lnTo>
                <a:close/>
              </a:path>
              <a:path w="2306955" h="569595">
                <a:moveTo>
                  <a:pt x="2282944" y="116855"/>
                </a:moveTo>
                <a:lnTo>
                  <a:pt x="2198758" y="116855"/>
                </a:lnTo>
                <a:lnTo>
                  <a:pt x="2198758" y="192245"/>
                </a:lnTo>
                <a:lnTo>
                  <a:pt x="2282944" y="192245"/>
                </a:lnTo>
                <a:lnTo>
                  <a:pt x="2282944" y="1168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492009" y="3877076"/>
            <a:ext cx="3015615" cy="308610"/>
          </a:xfrm>
          <a:custGeom>
            <a:avLst/>
            <a:gdLst/>
            <a:ahLst/>
            <a:cxnLst/>
            <a:rect l="l" t="t" r="r" b="b"/>
            <a:pathLst>
              <a:path w="3015615" h="308610">
                <a:moveTo>
                  <a:pt x="2861400" y="0"/>
                </a:moveTo>
                <a:lnTo>
                  <a:pt x="2853520" y="1533"/>
                </a:lnTo>
                <a:lnTo>
                  <a:pt x="2846592" y="6133"/>
                </a:lnTo>
                <a:lnTo>
                  <a:pt x="2841992" y="13061"/>
                </a:lnTo>
                <a:lnTo>
                  <a:pt x="2840458" y="20941"/>
                </a:lnTo>
                <a:lnTo>
                  <a:pt x="2841992" y="28822"/>
                </a:lnTo>
                <a:lnTo>
                  <a:pt x="2846592" y="35749"/>
                </a:lnTo>
                <a:lnTo>
                  <a:pt x="2965057" y="154214"/>
                </a:lnTo>
                <a:lnTo>
                  <a:pt x="2846592" y="272678"/>
                </a:lnTo>
                <a:lnTo>
                  <a:pt x="2841992" y="279606"/>
                </a:lnTo>
                <a:lnTo>
                  <a:pt x="2840458" y="287486"/>
                </a:lnTo>
                <a:lnTo>
                  <a:pt x="2841992" y="295367"/>
                </a:lnTo>
                <a:lnTo>
                  <a:pt x="2846592" y="302295"/>
                </a:lnTo>
                <a:lnTo>
                  <a:pt x="2853520" y="306895"/>
                </a:lnTo>
                <a:lnTo>
                  <a:pt x="2861400" y="308428"/>
                </a:lnTo>
                <a:lnTo>
                  <a:pt x="2869280" y="306895"/>
                </a:lnTo>
                <a:lnTo>
                  <a:pt x="2876208" y="302295"/>
                </a:lnTo>
                <a:lnTo>
                  <a:pt x="3003347" y="175156"/>
                </a:lnTo>
                <a:lnTo>
                  <a:pt x="2994673" y="175156"/>
                </a:lnTo>
                <a:lnTo>
                  <a:pt x="2994673" y="133272"/>
                </a:lnTo>
                <a:lnTo>
                  <a:pt x="3003347" y="133272"/>
                </a:lnTo>
                <a:lnTo>
                  <a:pt x="2876208" y="6133"/>
                </a:lnTo>
                <a:lnTo>
                  <a:pt x="2869280" y="1533"/>
                </a:lnTo>
                <a:lnTo>
                  <a:pt x="2861400" y="0"/>
                </a:lnTo>
                <a:close/>
              </a:path>
              <a:path w="3015615" h="308610">
                <a:moveTo>
                  <a:pt x="2944115" y="133272"/>
                </a:moveTo>
                <a:lnTo>
                  <a:pt x="0" y="133272"/>
                </a:lnTo>
                <a:lnTo>
                  <a:pt x="0" y="175156"/>
                </a:lnTo>
                <a:lnTo>
                  <a:pt x="2944115" y="175156"/>
                </a:lnTo>
                <a:lnTo>
                  <a:pt x="2965057" y="154214"/>
                </a:lnTo>
                <a:lnTo>
                  <a:pt x="2944115" y="133272"/>
                </a:lnTo>
                <a:close/>
              </a:path>
              <a:path w="3015615" h="308610">
                <a:moveTo>
                  <a:pt x="3003347" y="133272"/>
                </a:moveTo>
                <a:lnTo>
                  <a:pt x="2994673" y="133272"/>
                </a:lnTo>
                <a:lnTo>
                  <a:pt x="2994673" y="175156"/>
                </a:lnTo>
                <a:lnTo>
                  <a:pt x="3003347" y="175156"/>
                </a:lnTo>
                <a:lnTo>
                  <a:pt x="3009481" y="169022"/>
                </a:lnTo>
                <a:lnTo>
                  <a:pt x="3014081" y="162094"/>
                </a:lnTo>
                <a:lnTo>
                  <a:pt x="3015614" y="154214"/>
                </a:lnTo>
                <a:lnTo>
                  <a:pt x="3014081" y="146333"/>
                </a:lnTo>
                <a:lnTo>
                  <a:pt x="3009481" y="139406"/>
                </a:lnTo>
                <a:lnTo>
                  <a:pt x="3003347" y="1332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2701183" y="3877076"/>
            <a:ext cx="2314575" cy="308610"/>
          </a:xfrm>
          <a:custGeom>
            <a:avLst/>
            <a:gdLst/>
            <a:ahLst/>
            <a:cxnLst/>
            <a:rect l="l" t="t" r="r" b="b"/>
            <a:pathLst>
              <a:path w="2314575" h="308610">
                <a:moveTo>
                  <a:pt x="2159851" y="0"/>
                </a:moveTo>
                <a:lnTo>
                  <a:pt x="2151970" y="1533"/>
                </a:lnTo>
                <a:lnTo>
                  <a:pt x="2145043" y="6133"/>
                </a:lnTo>
                <a:lnTo>
                  <a:pt x="2140442" y="13061"/>
                </a:lnTo>
                <a:lnTo>
                  <a:pt x="2138909" y="20941"/>
                </a:lnTo>
                <a:lnTo>
                  <a:pt x="2140442" y="28822"/>
                </a:lnTo>
                <a:lnTo>
                  <a:pt x="2145043" y="35749"/>
                </a:lnTo>
                <a:lnTo>
                  <a:pt x="2263507" y="154214"/>
                </a:lnTo>
                <a:lnTo>
                  <a:pt x="2145043" y="272678"/>
                </a:lnTo>
                <a:lnTo>
                  <a:pt x="2140442" y="279606"/>
                </a:lnTo>
                <a:lnTo>
                  <a:pt x="2138909" y="287486"/>
                </a:lnTo>
                <a:lnTo>
                  <a:pt x="2140442" y="295367"/>
                </a:lnTo>
                <a:lnTo>
                  <a:pt x="2145043" y="302295"/>
                </a:lnTo>
                <a:lnTo>
                  <a:pt x="2151970" y="306895"/>
                </a:lnTo>
                <a:lnTo>
                  <a:pt x="2159851" y="308428"/>
                </a:lnTo>
                <a:lnTo>
                  <a:pt x="2167731" y="306895"/>
                </a:lnTo>
                <a:lnTo>
                  <a:pt x="2174659" y="302295"/>
                </a:lnTo>
                <a:lnTo>
                  <a:pt x="2301798" y="175156"/>
                </a:lnTo>
                <a:lnTo>
                  <a:pt x="2293123" y="175156"/>
                </a:lnTo>
                <a:lnTo>
                  <a:pt x="2293123" y="133272"/>
                </a:lnTo>
                <a:lnTo>
                  <a:pt x="2301798" y="133272"/>
                </a:lnTo>
                <a:lnTo>
                  <a:pt x="2174659" y="6133"/>
                </a:lnTo>
                <a:lnTo>
                  <a:pt x="2167731" y="1533"/>
                </a:lnTo>
                <a:lnTo>
                  <a:pt x="2159851" y="0"/>
                </a:lnTo>
                <a:close/>
              </a:path>
              <a:path w="2314575" h="308610">
                <a:moveTo>
                  <a:pt x="2242565" y="133272"/>
                </a:moveTo>
                <a:lnTo>
                  <a:pt x="0" y="133272"/>
                </a:lnTo>
                <a:lnTo>
                  <a:pt x="0" y="175156"/>
                </a:lnTo>
                <a:lnTo>
                  <a:pt x="2242565" y="175156"/>
                </a:lnTo>
                <a:lnTo>
                  <a:pt x="2263507" y="154214"/>
                </a:lnTo>
                <a:lnTo>
                  <a:pt x="2242565" y="133272"/>
                </a:lnTo>
                <a:close/>
              </a:path>
              <a:path w="2314575" h="308610">
                <a:moveTo>
                  <a:pt x="2301798" y="133272"/>
                </a:moveTo>
                <a:lnTo>
                  <a:pt x="2293123" y="133272"/>
                </a:lnTo>
                <a:lnTo>
                  <a:pt x="2293123" y="175156"/>
                </a:lnTo>
                <a:lnTo>
                  <a:pt x="2301798" y="175156"/>
                </a:lnTo>
                <a:lnTo>
                  <a:pt x="2307931" y="169022"/>
                </a:lnTo>
                <a:lnTo>
                  <a:pt x="2312532" y="162094"/>
                </a:lnTo>
                <a:lnTo>
                  <a:pt x="2314065" y="154214"/>
                </a:lnTo>
                <a:lnTo>
                  <a:pt x="2312532" y="146333"/>
                </a:lnTo>
                <a:lnTo>
                  <a:pt x="2307931" y="139406"/>
                </a:lnTo>
                <a:lnTo>
                  <a:pt x="2301798" y="1332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42875" y="5654278"/>
            <a:ext cx="3183149" cy="2392387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545268" y="6616658"/>
            <a:ext cx="1654188" cy="4321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0377" y="3256445"/>
            <a:ext cx="2242529" cy="254573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743402" y="4015584"/>
            <a:ext cx="4722495" cy="31750"/>
          </a:xfrm>
          <a:custGeom>
            <a:avLst/>
            <a:gdLst/>
            <a:ahLst/>
            <a:cxnLst/>
            <a:rect l="l" t="t" r="r" b="b"/>
            <a:pathLst>
              <a:path w="4722495" h="31750">
                <a:moveTo>
                  <a:pt x="15706" y="0"/>
                </a:moveTo>
                <a:lnTo>
                  <a:pt x="7031" y="0"/>
                </a:lnTo>
                <a:lnTo>
                  <a:pt x="0" y="7031"/>
                </a:lnTo>
                <a:lnTo>
                  <a:pt x="0" y="24380"/>
                </a:lnTo>
                <a:lnTo>
                  <a:pt x="7031" y="31412"/>
                </a:lnTo>
                <a:lnTo>
                  <a:pt x="15706" y="31412"/>
                </a:lnTo>
                <a:lnTo>
                  <a:pt x="15706" y="0"/>
                </a:lnTo>
                <a:close/>
              </a:path>
              <a:path w="4722495" h="31750">
                <a:moveTo>
                  <a:pt x="4706662" y="0"/>
                </a:moveTo>
                <a:lnTo>
                  <a:pt x="15706" y="0"/>
                </a:lnTo>
                <a:lnTo>
                  <a:pt x="15706" y="31412"/>
                </a:lnTo>
                <a:lnTo>
                  <a:pt x="4706662" y="31412"/>
                </a:lnTo>
                <a:lnTo>
                  <a:pt x="4706662" y="0"/>
                </a:lnTo>
                <a:close/>
              </a:path>
              <a:path w="4722495" h="31750">
                <a:moveTo>
                  <a:pt x="4715337" y="0"/>
                </a:moveTo>
                <a:lnTo>
                  <a:pt x="4706662" y="0"/>
                </a:lnTo>
                <a:lnTo>
                  <a:pt x="4706662" y="31412"/>
                </a:lnTo>
                <a:lnTo>
                  <a:pt x="4715337" y="31412"/>
                </a:lnTo>
                <a:lnTo>
                  <a:pt x="4722369" y="24380"/>
                </a:lnTo>
                <a:lnTo>
                  <a:pt x="4722369" y="7031"/>
                </a:lnTo>
                <a:lnTo>
                  <a:pt x="4715337" y="0"/>
                </a:lnTo>
                <a:close/>
              </a:path>
            </a:pathLst>
          </a:custGeom>
          <a:solidFill>
            <a:srgbClr val="1111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821279" y="4667397"/>
            <a:ext cx="604520" cy="979169"/>
          </a:xfrm>
          <a:custGeom>
            <a:avLst/>
            <a:gdLst/>
            <a:ahLst/>
            <a:cxnLst/>
            <a:rect l="l" t="t" r="r" b="b"/>
            <a:pathLst>
              <a:path w="604519" h="979170">
                <a:moveTo>
                  <a:pt x="121069" y="713983"/>
                </a:moveTo>
                <a:lnTo>
                  <a:pt x="0" y="713983"/>
                </a:lnTo>
                <a:lnTo>
                  <a:pt x="1472" y="744864"/>
                </a:lnTo>
                <a:lnTo>
                  <a:pt x="5889" y="774027"/>
                </a:lnTo>
                <a:lnTo>
                  <a:pt x="13131" y="801022"/>
                </a:lnTo>
                <a:lnTo>
                  <a:pt x="13252" y="801472"/>
                </a:lnTo>
                <a:lnTo>
                  <a:pt x="36484" y="850800"/>
                </a:lnTo>
                <a:lnTo>
                  <a:pt x="69206" y="892356"/>
                </a:lnTo>
                <a:lnTo>
                  <a:pt x="110721" y="926018"/>
                </a:lnTo>
                <a:lnTo>
                  <a:pt x="158822" y="951541"/>
                </a:lnTo>
                <a:lnTo>
                  <a:pt x="213139" y="969088"/>
                </a:lnTo>
                <a:lnTo>
                  <a:pt x="271711" y="977923"/>
                </a:lnTo>
                <a:lnTo>
                  <a:pt x="302346" y="979027"/>
                </a:lnTo>
                <a:lnTo>
                  <a:pt x="332992" y="977923"/>
                </a:lnTo>
                <a:lnTo>
                  <a:pt x="333763" y="977923"/>
                </a:lnTo>
                <a:lnTo>
                  <a:pt x="394007" y="968720"/>
                </a:lnTo>
                <a:lnTo>
                  <a:pt x="448693" y="950437"/>
                </a:lnTo>
                <a:lnTo>
                  <a:pt x="496467" y="923278"/>
                </a:lnTo>
                <a:lnTo>
                  <a:pt x="537082" y="887407"/>
                </a:lnTo>
                <a:lnTo>
                  <a:pt x="543478" y="879554"/>
                </a:lnTo>
                <a:lnTo>
                  <a:pt x="302346" y="879554"/>
                </a:lnTo>
                <a:lnTo>
                  <a:pt x="277169" y="878368"/>
                </a:lnTo>
                <a:lnTo>
                  <a:pt x="275973" y="878368"/>
                </a:lnTo>
                <a:lnTo>
                  <a:pt x="250319" y="874482"/>
                </a:lnTo>
                <a:lnTo>
                  <a:pt x="205491" y="859267"/>
                </a:lnTo>
                <a:lnTo>
                  <a:pt x="169497" y="834235"/>
                </a:lnTo>
                <a:lnTo>
                  <a:pt x="142665" y="801022"/>
                </a:lnTo>
                <a:lnTo>
                  <a:pt x="126468" y="760611"/>
                </a:lnTo>
                <a:lnTo>
                  <a:pt x="122419" y="738074"/>
                </a:lnTo>
                <a:lnTo>
                  <a:pt x="121069" y="713983"/>
                </a:lnTo>
                <a:close/>
              </a:path>
              <a:path w="604519" h="979170">
                <a:moveTo>
                  <a:pt x="538499" y="99473"/>
                </a:moveTo>
                <a:lnTo>
                  <a:pt x="301692" y="99473"/>
                </a:lnTo>
                <a:lnTo>
                  <a:pt x="330462" y="100741"/>
                </a:lnTo>
                <a:lnTo>
                  <a:pt x="329168" y="100741"/>
                </a:lnTo>
                <a:lnTo>
                  <a:pt x="375070" y="110148"/>
                </a:lnTo>
                <a:lnTo>
                  <a:pt x="411800" y="129086"/>
                </a:lnTo>
                <a:lnTo>
                  <a:pt x="439286" y="157226"/>
                </a:lnTo>
                <a:lnTo>
                  <a:pt x="457610" y="194488"/>
                </a:lnTo>
                <a:lnTo>
                  <a:pt x="466772" y="240625"/>
                </a:lnTo>
                <a:lnTo>
                  <a:pt x="467917" y="267007"/>
                </a:lnTo>
                <a:lnTo>
                  <a:pt x="466708" y="287949"/>
                </a:lnTo>
                <a:lnTo>
                  <a:pt x="466608" y="289667"/>
                </a:lnTo>
                <a:lnTo>
                  <a:pt x="456137" y="331550"/>
                </a:lnTo>
                <a:lnTo>
                  <a:pt x="435482" y="368157"/>
                </a:lnTo>
                <a:lnTo>
                  <a:pt x="404397" y="397280"/>
                </a:lnTo>
                <a:lnTo>
                  <a:pt x="362799" y="418180"/>
                </a:lnTo>
                <a:lnTo>
                  <a:pt x="310445" y="428651"/>
                </a:lnTo>
                <a:lnTo>
                  <a:pt x="280096" y="429960"/>
                </a:lnTo>
                <a:lnTo>
                  <a:pt x="193711" y="429960"/>
                </a:lnTo>
                <a:lnTo>
                  <a:pt x="193711" y="529434"/>
                </a:lnTo>
                <a:lnTo>
                  <a:pt x="280096" y="529434"/>
                </a:lnTo>
                <a:lnTo>
                  <a:pt x="309831" y="530620"/>
                </a:lnTo>
                <a:lnTo>
                  <a:pt x="363167" y="540109"/>
                </a:lnTo>
                <a:lnTo>
                  <a:pt x="408364" y="558842"/>
                </a:lnTo>
                <a:lnTo>
                  <a:pt x="443703" y="587310"/>
                </a:lnTo>
                <a:lnTo>
                  <a:pt x="468326" y="625676"/>
                </a:lnTo>
                <a:lnTo>
                  <a:pt x="480760" y="674431"/>
                </a:lnTo>
                <a:lnTo>
                  <a:pt x="482315" y="702858"/>
                </a:lnTo>
                <a:lnTo>
                  <a:pt x="480924" y="731366"/>
                </a:lnTo>
                <a:lnTo>
                  <a:pt x="476752" y="757339"/>
                </a:lnTo>
                <a:lnTo>
                  <a:pt x="469799" y="780776"/>
                </a:lnTo>
                <a:lnTo>
                  <a:pt x="460159" y="801472"/>
                </a:lnTo>
                <a:lnTo>
                  <a:pt x="460064" y="801677"/>
                </a:lnTo>
                <a:lnTo>
                  <a:pt x="433723" y="836034"/>
                </a:lnTo>
                <a:lnTo>
                  <a:pt x="397893" y="860575"/>
                </a:lnTo>
                <a:lnTo>
                  <a:pt x="354046" y="874809"/>
                </a:lnTo>
                <a:lnTo>
                  <a:pt x="302346" y="879554"/>
                </a:lnTo>
                <a:lnTo>
                  <a:pt x="543478" y="879554"/>
                </a:lnTo>
                <a:lnTo>
                  <a:pt x="568822" y="843560"/>
                </a:lnTo>
                <a:lnTo>
                  <a:pt x="591155" y="791901"/>
                </a:lnTo>
                <a:lnTo>
                  <a:pt x="602607" y="732675"/>
                </a:lnTo>
                <a:lnTo>
                  <a:pt x="603923" y="702858"/>
                </a:lnTo>
                <a:lnTo>
                  <a:pt x="604039" y="700240"/>
                </a:lnTo>
                <a:lnTo>
                  <a:pt x="600439" y="657702"/>
                </a:lnTo>
                <a:lnTo>
                  <a:pt x="589641" y="615164"/>
                </a:lnTo>
                <a:lnTo>
                  <a:pt x="570663" y="573771"/>
                </a:lnTo>
                <a:lnTo>
                  <a:pt x="541213" y="535978"/>
                </a:lnTo>
                <a:lnTo>
                  <a:pt x="500802" y="503584"/>
                </a:lnTo>
                <a:lnTo>
                  <a:pt x="500196" y="503256"/>
                </a:lnTo>
                <a:lnTo>
                  <a:pt x="297111" y="503256"/>
                </a:lnTo>
                <a:lnTo>
                  <a:pt x="334659" y="501866"/>
                </a:lnTo>
                <a:lnTo>
                  <a:pt x="369425" y="497694"/>
                </a:lnTo>
                <a:lnTo>
                  <a:pt x="401411" y="490740"/>
                </a:lnTo>
                <a:lnTo>
                  <a:pt x="430615" y="481006"/>
                </a:lnTo>
                <a:lnTo>
                  <a:pt x="440736" y="476336"/>
                </a:lnTo>
                <a:lnTo>
                  <a:pt x="415890" y="468940"/>
                </a:lnTo>
                <a:lnTo>
                  <a:pt x="380224" y="462191"/>
                </a:lnTo>
                <a:lnTo>
                  <a:pt x="340630" y="458142"/>
                </a:lnTo>
                <a:lnTo>
                  <a:pt x="297111" y="456792"/>
                </a:lnTo>
                <a:lnTo>
                  <a:pt x="477887" y="456792"/>
                </a:lnTo>
                <a:lnTo>
                  <a:pt x="520926" y="422761"/>
                </a:lnTo>
                <a:lnTo>
                  <a:pt x="551521" y="386113"/>
                </a:lnTo>
                <a:lnTo>
                  <a:pt x="572626" y="346848"/>
                </a:lnTo>
                <a:lnTo>
                  <a:pt x="585387" y="306927"/>
                </a:lnTo>
                <a:lnTo>
                  <a:pt x="589641" y="269625"/>
                </a:lnTo>
                <a:lnTo>
                  <a:pt x="587392" y="226964"/>
                </a:lnTo>
                <a:lnTo>
                  <a:pt x="580643" y="187985"/>
                </a:lnTo>
                <a:lnTo>
                  <a:pt x="569395" y="152686"/>
                </a:lnTo>
                <a:lnTo>
                  <a:pt x="553648" y="121069"/>
                </a:lnTo>
                <a:lnTo>
                  <a:pt x="538499" y="99473"/>
                </a:lnTo>
                <a:close/>
              </a:path>
              <a:path w="604519" h="979170">
                <a:moveTo>
                  <a:pt x="440736" y="476336"/>
                </a:moveTo>
                <a:lnTo>
                  <a:pt x="401411" y="490740"/>
                </a:lnTo>
                <a:lnTo>
                  <a:pt x="334659" y="501866"/>
                </a:lnTo>
                <a:lnTo>
                  <a:pt x="297111" y="503256"/>
                </a:lnTo>
                <a:lnTo>
                  <a:pt x="500196" y="503256"/>
                </a:lnTo>
                <a:lnTo>
                  <a:pt x="475811" y="490086"/>
                </a:lnTo>
                <a:lnTo>
                  <a:pt x="447630" y="478388"/>
                </a:lnTo>
                <a:lnTo>
                  <a:pt x="440736" y="476336"/>
                </a:lnTo>
                <a:close/>
              </a:path>
              <a:path w="604519" h="979170">
                <a:moveTo>
                  <a:pt x="477887" y="456792"/>
                </a:moveTo>
                <a:lnTo>
                  <a:pt x="297111" y="456792"/>
                </a:lnTo>
                <a:lnTo>
                  <a:pt x="340630" y="458142"/>
                </a:lnTo>
                <a:lnTo>
                  <a:pt x="380224" y="462191"/>
                </a:lnTo>
                <a:lnTo>
                  <a:pt x="415890" y="468940"/>
                </a:lnTo>
                <a:lnTo>
                  <a:pt x="440736" y="476336"/>
                </a:lnTo>
                <a:lnTo>
                  <a:pt x="457119" y="468776"/>
                </a:lnTo>
                <a:lnTo>
                  <a:pt x="477887" y="456792"/>
                </a:lnTo>
                <a:close/>
              </a:path>
              <a:path w="604519" h="979170">
                <a:moveTo>
                  <a:pt x="301692" y="0"/>
                </a:moveTo>
                <a:lnTo>
                  <a:pt x="259154" y="2208"/>
                </a:lnTo>
                <a:lnTo>
                  <a:pt x="219234" y="8834"/>
                </a:lnTo>
                <a:lnTo>
                  <a:pt x="181931" y="19878"/>
                </a:lnTo>
                <a:lnTo>
                  <a:pt x="116038" y="54522"/>
                </a:lnTo>
                <a:lnTo>
                  <a:pt x="64665" y="101968"/>
                </a:lnTo>
                <a:lnTo>
                  <a:pt x="28467" y="160826"/>
                </a:lnTo>
                <a:lnTo>
                  <a:pt x="10141" y="226964"/>
                </a:lnTo>
                <a:lnTo>
                  <a:pt x="7853" y="262426"/>
                </a:lnTo>
                <a:lnTo>
                  <a:pt x="128922" y="262426"/>
                </a:lnTo>
                <a:lnTo>
                  <a:pt x="130146" y="240625"/>
                </a:lnTo>
                <a:lnTo>
                  <a:pt x="130272" y="238376"/>
                </a:lnTo>
                <a:lnTo>
                  <a:pt x="141070" y="195183"/>
                </a:lnTo>
                <a:lnTo>
                  <a:pt x="162666" y="158781"/>
                </a:lnTo>
                <a:lnTo>
                  <a:pt x="193097" y="130640"/>
                </a:lnTo>
                <a:lnTo>
                  <a:pt x="231750" y="110885"/>
                </a:lnTo>
                <a:lnTo>
                  <a:pt x="276905" y="100741"/>
                </a:lnTo>
                <a:lnTo>
                  <a:pt x="301692" y="99473"/>
                </a:lnTo>
                <a:lnTo>
                  <a:pt x="538499" y="99473"/>
                </a:lnTo>
                <a:lnTo>
                  <a:pt x="533851" y="92847"/>
                </a:lnTo>
                <a:lnTo>
                  <a:pt x="483460" y="47691"/>
                </a:lnTo>
                <a:lnTo>
                  <a:pt x="419121" y="17301"/>
                </a:lnTo>
                <a:lnTo>
                  <a:pt x="343535" y="1922"/>
                </a:lnTo>
                <a:lnTo>
                  <a:pt x="301692" y="0"/>
                </a:lnTo>
                <a:close/>
              </a:path>
            </a:pathLst>
          </a:custGeom>
          <a:solidFill>
            <a:srgbClr val="5551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61153" y="6007056"/>
            <a:ext cx="1000664" cy="36484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73178" y="6889678"/>
            <a:ext cx="2754150" cy="295638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27840" y="3260862"/>
            <a:ext cx="1817470" cy="250155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7690865" y="4015584"/>
            <a:ext cx="4722495" cy="31750"/>
          </a:xfrm>
          <a:custGeom>
            <a:avLst/>
            <a:gdLst/>
            <a:ahLst/>
            <a:cxnLst/>
            <a:rect l="l" t="t" r="r" b="b"/>
            <a:pathLst>
              <a:path w="4722495" h="31750">
                <a:moveTo>
                  <a:pt x="15706" y="0"/>
                </a:moveTo>
                <a:lnTo>
                  <a:pt x="7031" y="0"/>
                </a:lnTo>
                <a:lnTo>
                  <a:pt x="0" y="7031"/>
                </a:lnTo>
                <a:lnTo>
                  <a:pt x="0" y="24380"/>
                </a:lnTo>
                <a:lnTo>
                  <a:pt x="7031" y="31412"/>
                </a:lnTo>
                <a:lnTo>
                  <a:pt x="15706" y="31412"/>
                </a:lnTo>
                <a:lnTo>
                  <a:pt x="15706" y="0"/>
                </a:lnTo>
                <a:close/>
              </a:path>
              <a:path w="4722495" h="31750">
                <a:moveTo>
                  <a:pt x="4706662" y="0"/>
                </a:moveTo>
                <a:lnTo>
                  <a:pt x="15706" y="0"/>
                </a:lnTo>
                <a:lnTo>
                  <a:pt x="15706" y="31412"/>
                </a:lnTo>
                <a:lnTo>
                  <a:pt x="4706662" y="31412"/>
                </a:lnTo>
                <a:lnTo>
                  <a:pt x="4706662" y="0"/>
                </a:lnTo>
                <a:close/>
              </a:path>
              <a:path w="4722495" h="31750">
                <a:moveTo>
                  <a:pt x="4715337" y="0"/>
                </a:moveTo>
                <a:lnTo>
                  <a:pt x="4706662" y="0"/>
                </a:lnTo>
                <a:lnTo>
                  <a:pt x="4706662" y="31412"/>
                </a:lnTo>
                <a:lnTo>
                  <a:pt x="4715337" y="31412"/>
                </a:lnTo>
                <a:lnTo>
                  <a:pt x="4722369" y="24380"/>
                </a:lnTo>
                <a:lnTo>
                  <a:pt x="4722369" y="7031"/>
                </a:lnTo>
                <a:lnTo>
                  <a:pt x="4715337" y="0"/>
                </a:lnTo>
                <a:close/>
              </a:path>
            </a:pathLst>
          </a:custGeom>
          <a:solidFill>
            <a:srgbClr val="1111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7772014" y="4667397"/>
            <a:ext cx="2039620" cy="979169"/>
          </a:xfrm>
          <a:custGeom>
            <a:avLst/>
            <a:gdLst/>
            <a:ahLst/>
            <a:cxnLst/>
            <a:rect l="l" t="t" r="r" b="b"/>
            <a:pathLst>
              <a:path w="2039620" h="979170">
                <a:moveTo>
                  <a:pt x="598397" y="349465"/>
                </a:moveTo>
                <a:lnTo>
                  <a:pt x="552993" y="349465"/>
                </a:lnTo>
                <a:lnTo>
                  <a:pt x="551643" y="376542"/>
                </a:lnTo>
                <a:lnTo>
                  <a:pt x="547594" y="403456"/>
                </a:lnTo>
                <a:lnTo>
                  <a:pt x="531397" y="456792"/>
                </a:lnTo>
                <a:lnTo>
                  <a:pt x="506201" y="506856"/>
                </a:lnTo>
                <a:lnTo>
                  <a:pt x="478292" y="545169"/>
                </a:lnTo>
                <a:lnTo>
                  <a:pt x="478224" y="547880"/>
                </a:lnTo>
                <a:lnTo>
                  <a:pt x="475807" y="579825"/>
                </a:lnTo>
                <a:lnTo>
                  <a:pt x="475770" y="580316"/>
                </a:lnTo>
                <a:lnTo>
                  <a:pt x="471680" y="612342"/>
                </a:lnTo>
                <a:lnTo>
                  <a:pt x="458019" y="674267"/>
                </a:lnTo>
                <a:lnTo>
                  <a:pt x="433805" y="730221"/>
                </a:lnTo>
                <a:lnTo>
                  <a:pt x="397975" y="779467"/>
                </a:lnTo>
                <a:lnTo>
                  <a:pt x="347584" y="819060"/>
                </a:lnTo>
                <a:lnTo>
                  <a:pt x="281568" y="847937"/>
                </a:lnTo>
                <a:lnTo>
                  <a:pt x="241484" y="857140"/>
                </a:lnTo>
                <a:lnTo>
                  <a:pt x="196492" y="862661"/>
                </a:lnTo>
                <a:lnTo>
                  <a:pt x="146592" y="864502"/>
                </a:lnTo>
                <a:lnTo>
                  <a:pt x="134158" y="864502"/>
                </a:lnTo>
                <a:lnTo>
                  <a:pt x="134158" y="967248"/>
                </a:lnTo>
                <a:lnTo>
                  <a:pt x="146592" y="967248"/>
                </a:lnTo>
                <a:lnTo>
                  <a:pt x="203446" y="965284"/>
                </a:lnTo>
                <a:lnTo>
                  <a:pt x="255555" y="959394"/>
                </a:lnTo>
                <a:lnTo>
                  <a:pt x="302919" y="949578"/>
                </a:lnTo>
                <a:lnTo>
                  <a:pt x="345539" y="935835"/>
                </a:lnTo>
                <a:lnTo>
                  <a:pt x="384191" y="918411"/>
                </a:lnTo>
                <a:lnTo>
                  <a:pt x="418999" y="898205"/>
                </a:lnTo>
                <a:lnTo>
                  <a:pt x="449961" y="875218"/>
                </a:lnTo>
                <a:lnTo>
                  <a:pt x="500761" y="821064"/>
                </a:lnTo>
                <a:lnTo>
                  <a:pt x="539046" y="758893"/>
                </a:lnTo>
                <a:lnTo>
                  <a:pt x="565959" y="690015"/>
                </a:lnTo>
                <a:lnTo>
                  <a:pt x="583956" y="617373"/>
                </a:lnTo>
                <a:lnTo>
                  <a:pt x="589567" y="580316"/>
                </a:lnTo>
                <a:lnTo>
                  <a:pt x="589641" y="579825"/>
                </a:lnTo>
                <a:lnTo>
                  <a:pt x="593844" y="542522"/>
                </a:lnTo>
                <a:lnTo>
                  <a:pt x="593936" y="541704"/>
                </a:lnTo>
                <a:lnTo>
                  <a:pt x="597004" y="503911"/>
                </a:lnTo>
                <a:lnTo>
                  <a:pt x="598844" y="466445"/>
                </a:lnTo>
                <a:lnTo>
                  <a:pt x="599443" y="430206"/>
                </a:lnTo>
                <a:lnTo>
                  <a:pt x="599443" y="384968"/>
                </a:lnTo>
                <a:lnTo>
                  <a:pt x="598397" y="349465"/>
                </a:lnTo>
                <a:close/>
              </a:path>
              <a:path w="2039620" h="979170">
                <a:moveTo>
                  <a:pt x="295802" y="0"/>
                </a:moveTo>
                <a:lnTo>
                  <a:pt x="227414" y="6380"/>
                </a:lnTo>
                <a:lnTo>
                  <a:pt x="167534" y="25522"/>
                </a:lnTo>
                <a:lnTo>
                  <a:pt x="116979" y="56117"/>
                </a:lnTo>
                <a:lnTo>
                  <a:pt x="75259" y="96855"/>
                </a:lnTo>
                <a:lnTo>
                  <a:pt x="42537" y="145610"/>
                </a:lnTo>
                <a:lnTo>
                  <a:pt x="18978" y="201564"/>
                </a:lnTo>
                <a:lnTo>
                  <a:pt x="4744" y="263244"/>
                </a:lnTo>
                <a:lnTo>
                  <a:pt x="0" y="329178"/>
                </a:lnTo>
                <a:lnTo>
                  <a:pt x="981" y="358218"/>
                </a:lnTo>
                <a:lnTo>
                  <a:pt x="8834" y="415808"/>
                </a:lnTo>
                <a:lnTo>
                  <a:pt x="24909" y="471844"/>
                </a:lnTo>
                <a:lnTo>
                  <a:pt x="49450" y="522889"/>
                </a:lnTo>
                <a:lnTo>
                  <a:pt x="82621" y="568209"/>
                </a:lnTo>
                <a:lnTo>
                  <a:pt x="125159" y="604857"/>
                </a:lnTo>
                <a:lnTo>
                  <a:pt x="176900" y="631770"/>
                </a:lnTo>
                <a:lnTo>
                  <a:pt x="238846" y="645636"/>
                </a:lnTo>
                <a:lnTo>
                  <a:pt x="240529" y="645636"/>
                </a:lnTo>
                <a:lnTo>
                  <a:pt x="272243" y="647231"/>
                </a:lnTo>
                <a:lnTo>
                  <a:pt x="330160" y="640850"/>
                </a:lnTo>
                <a:lnTo>
                  <a:pt x="383496" y="621708"/>
                </a:lnTo>
                <a:lnTo>
                  <a:pt x="431269" y="591277"/>
                </a:lnTo>
                <a:lnTo>
                  <a:pt x="472498" y="552339"/>
                </a:lnTo>
                <a:lnTo>
                  <a:pt x="477258" y="546449"/>
                </a:lnTo>
                <a:lnTo>
                  <a:pt x="291875" y="546449"/>
                </a:lnTo>
                <a:lnTo>
                  <a:pt x="270647" y="545304"/>
                </a:lnTo>
                <a:lnTo>
                  <a:pt x="232363" y="536142"/>
                </a:lnTo>
                <a:lnTo>
                  <a:pt x="185858" y="505874"/>
                </a:lnTo>
                <a:lnTo>
                  <a:pt x="151541" y="460555"/>
                </a:lnTo>
                <a:lnTo>
                  <a:pt x="135507" y="424561"/>
                </a:lnTo>
                <a:lnTo>
                  <a:pt x="125107" y="385459"/>
                </a:lnTo>
                <a:lnTo>
                  <a:pt x="119760" y="343739"/>
                </a:lnTo>
                <a:lnTo>
                  <a:pt x="119106" y="322634"/>
                </a:lnTo>
                <a:lnTo>
                  <a:pt x="119842" y="299197"/>
                </a:lnTo>
                <a:lnTo>
                  <a:pt x="125732" y="255023"/>
                </a:lnTo>
                <a:lnTo>
                  <a:pt x="137430" y="214653"/>
                </a:lnTo>
                <a:lnTo>
                  <a:pt x="154445" y="179313"/>
                </a:lnTo>
                <a:lnTo>
                  <a:pt x="190275" y="136939"/>
                </a:lnTo>
                <a:lnTo>
                  <a:pt x="237762" y="109698"/>
                </a:lnTo>
                <a:lnTo>
                  <a:pt x="275144" y="101232"/>
                </a:lnTo>
                <a:lnTo>
                  <a:pt x="274607" y="101232"/>
                </a:lnTo>
                <a:lnTo>
                  <a:pt x="295802" y="100127"/>
                </a:lnTo>
                <a:lnTo>
                  <a:pt x="513739" y="100127"/>
                </a:lnTo>
                <a:lnTo>
                  <a:pt x="509433" y="94319"/>
                </a:lnTo>
                <a:lnTo>
                  <a:pt x="462641" y="50472"/>
                </a:lnTo>
                <a:lnTo>
                  <a:pt x="404887" y="18405"/>
                </a:lnTo>
                <a:lnTo>
                  <a:pt x="335191" y="2045"/>
                </a:lnTo>
                <a:lnTo>
                  <a:pt x="295802" y="0"/>
                </a:lnTo>
                <a:close/>
              </a:path>
              <a:path w="2039620" h="979170">
                <a:moveTo>
                  <a:pt x="479043" y="415808"/>
                </a:moveTo>
                <a:lnTo>
                  <a:pt x="475770" y="423416"/>
                </a:lnTo>
                <a:lnTo>
                  <a:pt x="466854" y="440636"/>
                </a:lnTo>
                <a:lnTo>
                  <a:pt x="456569" y="456792"/>
                </a:lnTo>
                <a:lnTo>
                  <a:pt x="456465" y="456955"/>
                </a:lnTo>
                <a:lnTo>
                  <a:pt x="431269" y="486896"/>
                </a:lnTo>
                <a:lnTo>
                  <a:pt x="401656" y="511600"/>
                </a:lnTo>
                <a:lnTo>
                  <a:pt x="367789" y="530743"/>
                </a:lnTo>
                <a:lnTo>
                  <a:pt x="331141" y="542522"/>
                </a:lnTo>
                <a:lnTo>
                  <a:pt x="291875" y="546449"/>
                </a:lnTo>
                <a:lnTo>
                  <a:pt x="477258" y="546449"/>
                </a:lnTo>
                <a:lnTo>
                  <a:pt x="478183" y="545304"/>
                </a:lnTo>
                <a:lnTo>
                  <a:pt x="478292" y="545169"/>
                </a:lnTo>
                <a:lnTo>
                  <a:pt x="478847" y="522889"/>
                </a:lnTo>
                <a:lnTo>
                  <a:pt x="478973" y="517817"/>
                </a:lnTo>
                <a:lnTo>
                  <a:pt x="479043" y="415808"/>
                </a:lnTo>
                <a:close/>
              </a:path>
              <a:path w="2039620" h="979170">
                <a:moveTo>
                  <a:pt x="552993" y="349465"/>
                </a:moveTo>
                <a:lnTo>
                  <a:pt x="495403" y="349465"/>
                </a:lnTo>
                <a:lnTo>
                  <a:pt x="493195" y="368566"/>
                </a:lnTo>
                <a:lnTo>
                  <a:pt x="489221" y="387095"/>
                </a:lnTo>
                <a:lnTo>
                  <a:pt x="489186" y="387259"/>
                </a:lnTo>
                <a:lnTo>
                  <a:pt x="483378" y="405542"/>
                </a:lnTo>
                <a:lnTo>
                  <a:pt x="479043" y="415808"/>
                </a:lnTo>
                <a:lnTo>
                  <a:pt x="478973" y="517817"/>
                </a:lnTo>
                <a:lnTo>
                  <a:pt x="478517" y="536142"/>
                </a:lnTo>
                <a:lnTo>
                  <a:pt x="478480" y="537614"/>
                </a:lnTo>
                <a:lnTo>
                  <a:pt x="478378" y="541704"/>
                </a:lnTo>
                <a:lnTo>
                  <a:pt x="478292" y="545169"/>
                </a:lnTo>
                <a:lnTo>
                  <a:pt x="490413" y="530170"/>
                </a:lnTo>
                <a:lnTo>
                  <a:pt x="506201" y="506856"/>
                </a:lnTo>
                <a:lnTo>
                  <a:pt x="519863" y="482396"/>
                </a:lnTo>
                <a:lnTo>
                  <a:pt x="531323" y="456955"/>
                </a:lnTo>
                <a:lnTo>
                  <a:pt x="531397" y="456792"/>
                </a:lnTo>
                <a:lnTo>
                  <a:pt x="540845" y="430206"/>
                </a:lnTo>
                <a:lnTo>
                  <a:pt x="547594" y="403456"/>
                </a:lnTo>
                <a:lnTo>
                  <a:pt x="551643" y="376542"/>
                </a:lnTo>
                <a:lnTo>
                  <a:pt x="552993" y="349465"/>
                </a:lnTo>
                <a:close/>
              </a:path>
              <a:path w="2039620" h="979170">
                <a:moveTo>
                  <a:pt x="513739" y="100127"/>
                </a:moveTo>
                <a:lnTo>
                  <a:pt x="295802" y="100127"/>
                </a:lnTo>
                <a:lnTo>
                  <a:pt x="313881" y="101232"/>
                </a:lnTo>
                <a:lnTo>
                  <a:pt x="331468" y="104545"/>
                </a:lnTo>
                <a:lnTo>
                  <a:pt x="381082" y="127654"/>
                </a:lnTo>
                <a:lnTo>
                  <a:pt x="410205" y="153504"/>
                </a:lnTo>
                <a:lnTo>
                  <a:pt x="435768" y="187535"/>
                </a:lnTo>
                <a:lnTo>
                  <a:pt x="456056" y="229745"/>
                </a:lnTo>
                <a:lnTo>
                  <a:pt x="470576" y="280014"/>
                </a:lnTo>
                <a:lnTo>
                  <a:pt x="478102" y="337604"/>
                </a:lnTo>
                <a:lnTo>
                  <a:pt x="478906" y="364517"/>
                </a:lnTo>
                <a:lnTo>
                  <a:pt x="479027" y="368566"/>
                </a:lnTo>
                <a:lnTo>
                  <a:pt x="479043" y="415808"/>
                </a:lnTo>
                <a:lnTo>
                  <a:pt x="483378" y="405542"/>
                </a:lnTo>
                <a:lnTo>
                  <a:pt x="489186" y="387259"/>
                </a:lnTo>
                <a:lnTo>
                  <a:pt x="493081" y="369098"/>
                </a:lnTo>
                <a:lnTo>
                  <a:pt x="493195" y="368566"/>
                </a:lnTo>
                <a:lnTo>
                  <a:pt x="495403" y="349465"/>
                </a:lnTo>
                <a:lnTo>
                  <a:pt x="598402" y="349465"/>
                </a:lnTo>
                <a:lnTo>
                  <a:pt x="589887" y="278705"/>
                </a:lnTo>
                <a:lnTo>
                  <a:pt x="572708" y="210603"/>
                </a:lnTo>
                <a:lnTo>
                  <a:pt x="545876" y="148760"/>
                </a:lnTo>
                <a:lnTo>
                  <a:pt x="528779" y="120415"/>
                </a:lnTo>
                <a:lnTo>
                  <a:pt x="513739" y="100127"/>
                </a:lnTo>
                <a:close/>
              </a:path>
              <a:path w="2039620" h="979170">
                <a:moveTo>
                  <a:pt x="1023895" y="0"/>
                </a:moveTo>
                <a:lnTo>
                  <a:pt x="958452" y="5235"/>
                </a:lnTo>
                <a:lnTo>
                  <a:pt x="899553" y="20941"/>
                </a:lnTo>
                <a:lnTo>
                  <a:pt x="848508" y="48755"/>
                </a:lnTo>
                <a:lnTo>
                  <a:pt x="805315" y="90311"/>
                </a:lnTo>
                <a:lnTo>
                  <a:pt x="770467" y="145937"/>
                </a:lnTo>
                <a:lnTo>
                  <a:pt x="744444" y="217311"/>
                </a:lnTo>
                <a:lnTo>
                  <a:pt x="735291" y="259236"/>
                </a:lnTo>
                <a:lnTo>
                  <a:pt x="728747" y="305946"/>
                </a:lnTo>
                <a:lnTo>
                  <a:pt x="724820" y="357400"/>
                </a:lnTo>
                <a:lnTo>
                  <a:pt x="723512" y="413599"/>
                </a:lnTo>
                <a:lnTo>
                  <a:pt x="723512" y="558883"/>
                </a:lnTo>
                <a:lnTo>
                  <a:pt x="724370" y="604202"/>
                </a:lnTo>
                <a:lnTo>
                  <a:pt x="726947" y="646577"/>
                </a:lnTo>
                <a:lnTo>
                  <a:pt x="731215" y="685761"/>
                </a:lnTo>
                <a:lnTo>
                  <a:pt x="731242" y="686006"/>
                </a:lnTo>
                <a:lnTo>
                  <a:pt x="744903" y="756194"/>
                </a:lnTo>
                <a:lnTo>
                  <a:pt x="764863" y="815747"/>
                </a:lnTo>
                <a:lnTo>
                  <a:pt x="790918" y="864993"/>
                </a:lnTo>
                <a:lnTo>
                  <a:pt x="822331" y="904913"/>
                </a:lnTo>
                <a:lnTo>
                  <a:pt x="859224" y="935467"/>
                </a:lnTo>
                <a:lnTo>
                  <a:pt x="901225" y="957431"/>
                </a:lnTo>
                <a:lnTo>
                  <a:pt x="947531" y="971297"/>
                </a:lnTo>
                <a:lnTo>
                  <a:pt x="998250" y="978168"/>
                </a:lnTo>
                <a:lnTo>
                  <a:pt x="1025204" y="979027"/>
                </a:lnTo>
                <a:lnTo>
                  <a:pt x="1058989" y="977678"/>
                </a:lnTo>
                <a:lnTo>
                  <a:pt x="1121160" y="966879"/>
                </a:lnTo>
                <a:lnTo>
                  <a:pt x="1176336" y="944629"/>
                </a:lnTo>
                <a:lnTo>
                  <a:pt x="1223783" y="908962"/>
                </a:lnTo>
                <a:lnTo>
                  <a:pt x="1249003" y="879554"/>
                </a:lnTo>
                <a:lnTo>
                  <a:pt x="1025204" y="879554"/>
                </a:lnTo>
                <a:lnTo>
                  <a:pt x="1008230" y="878899"/>
                </a:lnTo>
                <a:lnTo>
                  <a:pt x="961724" y="869083"/>
                </a:lnTo>
                <a:lnTo>
                  <a:pt x="923195" y="845769"/>
                </a:lnTo>
                <a:lnTo>
                  <a:pt x="892027" y="809039"/>
                </a:lnTo>
                <a:lnTo>
                  <a:pt x="868263" y="757993"/>
                </a:lnTo>
                <a:lnTo>
                  <a:pt x="856928" y="715946"/>
                </a:lnTo>
                <a:lnTo>
                  <a:pt x="849361" y="666864"/>
                </a:lnTo>
                <a:lnTo>
                  <a:pt x="845686" y="609642"/>
                </a:lnTo>
                <a:lnTo>
                  <a:pt x="845236" y="578516"/>
                </a:lnTo>
                <a:lnTo>
                  <a:pt x="845236" y="393312"/>
                </a:lnTo>
                <a:lnTo>
                  <a:pt x="845711" y="368321"/>
                </a:lnTo>
                <a:lnTo>
                  <a:pt x="845826" y="362227"/>
                </a:lnTo>
                <a:lnTo>
                  <a:pt x="845918" y="357400"/>
                </a:lnTo>
                <a:lnTo>
                  <a:pt x="845972" y="354578"/>
                </a:lnTo>
                <a:lnTo>
                  <a:pt x="851788" y="286845"/>
                </a:lnTo>
                <a:lnTo>
                  <a:pt x="863560" y="229745"/>
                </a:lnTo>
                <a:lnTo>
                  <a:pt x="880575" y="184263"/>
                </a:lnTo>
                <a:lnTo>
                  <a:pt x="903153" y="149414"/>
                </a:lnTo>
                <a:lnTo>
                  <a:pt x="947327" y="115179"/>
                </a:lnTo>
                <a:lnTo>
                  <a:pt x="1002912" y="99841"/>
                </a:lnTo>
                <a:lnTo>
                  <a:pt x="1023895" y="98818"/>
                </a:lnTo>
                <a:lnTo>
                  <a:pt x="1250009" y="98818"/>
                </a:lnTo>
                <a:lnTo>
                  <a:pt x="1243620" y="89984"/>
                </a:lnTo>
                <a:lnTo>
                  <a:pt x="1209753" y="56281"/>
                </a:lnTo>
                <a:lnTo>
                  <a:pt x="1170487" y="30921"/>
                </a:lnTo>
                <a:lnTo>
                  <a:pt x="1125986" y="13743"/>
                </a:lnTo>
                <a:lnTo>
                  <a:pt x="1077231" y="3435"/>
                </a:lnTo>
                <a:lnTo>
                  <a:pt x="1051136" y="858"/>
                </a:lnTo>
                <a:lnTo>
                  <a:pt x="1023895" y="0"/>
                </a:lnTo>
                <a:close/>
              </a:path>
              <a:path w="2039620" h="979170">
                <a:moveTo>
                  <a:pt x="1250009" y="98818"/>
                </a:moveTo>
                <a:lnTo>
                  <a:pt x="1023895" y="98818"/>
                </a:lnTo>
                <a:lnTo>
                  <a:pt x="1041115" y="99473"/>
                </a:lnTo>
                <a:lnTo>
                  <a:pt x="1057435" y="101436"/>
                </a:lnTo>
                <a:lnTo>
                  <a:pt x="1101322" y="114934"/>
                </a:lnTo>
                <a:lnTo>
                  <a:pt x="1137766" y="140702"/>
                </a:lnTo>
                <a:lnTo>
                  <a:pt x="1166724" y="180459"/>
                </a:lnTo>
                <a:lnTo>
                  <a:pt x="1187012" y="235267"/>
                </a:lnTo>
                <a:lnTo>
                  <a:pt x="1196010" y="280750"/>
                </a:lnTo>
                <a:lnTo>
                  <a:pt x="1201900" y="333105"/>
                </a:lnTo>
                <a:lnTo>
                  <a:pt x="1203863" y="393312"/>
                </a:lnTo>
                <a:lnTo>
                  <a:pt x="1203863" y="578516"/>
                </a:lnTo>
                <a:lnTo>
                  <a:pt x="1203400" y="604202"/>
                </a:lnTo>
                <a:lnTo>
                  <a:pt x="1203302" y="609642"/>
                </a:lnTo>
                <a:lnTo>
                  <a:pt x="1203202" y="615164"/>
                </a:lnTo>
                <a:lnTo>
                  <a:pt x="1203168" y="617046"/>
                </a:lnTo>
                <a:lnTo>
                  <a:pt x="1201082" y="652794"/>
                </a:lnTo>
                <a:lnTo>
                  <a:pt x="1197605" y="685761"/>
                </a:lnTo>
                <a:lnTo>
                  <a:pt x="1192817" y="715455"/>
                </a:lnTo>
                <a:lnTo>
                  <a:pt x="1192738" y="715946"/>
                </a:lnTo>
                <a:lnTo>
                  <a:pt x="1178668" y="767810"/>
                </a:lnTo>
                <a:lnTo>
                  <a:pt x="1158708" y="809530"/>
                </a:lnTo>
                <a:lnTo>
                  <a:pt x="1133676" y="840779"/>
                </a:lnTo>
                <a:lnTo>
                  <a:pt x="1085698" y="869983"/>
                </a:lnTo>
                <a:lnTo>
                  <a:pt x="1046759" y="878490"/>
                </a:lnTo>
                <a:lnTo>
                  <a:pt x="1025204" y="879554"/>
                </a:lnTo>
                <a:lnTo>
                  <a:pt x="1249003" y="879554"/>
                </a:lnTo>
                <a:lnTo>
                  <a:pt x="1279123" y="829163"/>
                </a:lnTo>
                <a:lnTo>
                  <a:pt x="1304646" y="756521"/>
                </a:lnTo>
                <a:lnTo>
                  <a:pt x="1313808" y="713983"/>
                </a:lnTo>
                <a:lnTo>
                  <a:pt x="1320352" y="666864"/>
                </a:lnTo>
                <a:lnTo>
                  <a:pt x="1324279" y="615164"/>
                </a:lnTo>
                <a:lnTo>
                  <a:pt x="1325587" y="558883"/>
                </a:lnTo>
                <a:lnTo>
                  <a:pt x="1325587" y="413599"/>
                </a:lnTo>
                <a:lnTo>
                  <a:pt x="1324729" y="368321"/>
                </a:lnTo>
                <a:lnTo>
                  <a:pt x="1322152" y="326069"/>
                </a:lnTo>
                <a:lnTo>
                  <a:pt x="1317857" y="286845"/>
                </a:lnTo>
                <a:lnTo>
                  <a:pt x="1304196" y="217311"/>
                </a:lnTo>
                <a:lnTo>
                  <a:pt x="1284236" y="158740"/>
                </a:lnTo>
                <a:lnTo>
                  <a:pt x="1258467" y="110516"/>
                </a:lnTo>
                <a:lnTo>
                  <a:pt x="1250009" y="98818"/>
                </a:lnTo>
                <a:close/>
              </a:path>
              <a:path w="2039620" h="979170">
                <a:moveTo>
                  <a:pt x="1737591" y="0"/>
                </a:moveTo>
                <a:lnTo>
                  <a:pt x="1672148" y="5235"/>
                </a:lnTo>
                <a:lnTo>
                  <a:pt x="1613249" y="20941"/>
                </a:lnTo>
                <a:lnTo>
                  <a:pt x="1562203" y="48755"/>
                </a:lnTo>
                <a:lnTo>
                  <a:pt x="1519011" y="90311"/>
                </a:lnTo>
                <a:lnTo>
                  <a:pt x="1484162" y="145937"/>
                </a:lnTo>
                <a:lnTo>
                  <a:pt x="1458140" y="217311"/>
                </a:lnTo>
                <a:lnTo>
                  <a:pt x="1448987" y="259236"/>
                </a:lnTo>
                <a:lnTo>
                  <a:pt x="1442443" y="305946"/>
                </a:lnTo>
                <a:lnTo>
                  <a:pt x="1438516" y="357400"/>
                </a:lnTo>
                <a:lnTo>
                  <a:pt x="1437207" y="413599"/>
                </a:lnTo>
                <a:lnTo>
                  <a:pt x="1437207" y="558883"/>
                </a:lnTo>
                <a:lnTo>
                  <a:pt x="1438066" y="604202"/>
                </a:lnTo>
                <a:lnTo>
                  <a:pt x="1440643" y="646577"/>
                </a:lnTo>
                <a:lnTo>
                  <a:pt x="1444911" y="685761"/>
                </a:lnTo>
                <a:lnTo>
                  <a:pt x="1444938" y="686006"/>
                </a:lnTo>
                <a:lnTo>
                  <a:pt x="1458599" y="756194"/>
                </a:lnTo>
                <a:lnTo>
                  <a:pt x="1478559" y="815747"/>
                </a:lnTo>
                <a:lnTo>
                  <a:pt x="1504613" y="864993"/>
                </a:lnTo>
                <a:lnTo>
                  <a:pt x="1536026" y="904913"/>
                </a:lnTo>
                <a:lnTo>
                  <a:pt x="1572920" y="935467"/>
                </a:lnTo>
                <a:lnTo>
                  <a:pt x="1614921" y="957431"/>
                </a:lnTo>
                <a:lnTo>
                  <a:pt x="1661227" y="971297"/>
                </a:lnTo>
                <a:lnTo>
                  <a:pt x="1711945" y="978168"/>
                </a:lnTo>
                <a:lnTo>
                  <a:pt x="1738900" y="979027"/>
                </a:lnTo>
                <a:lnTo>
                  <a:pt x="1772684" y="977678"/>
                </a:lnTo>
                <a:lnTo>
                  <a:pt x="1834855" y="966879"/>
                </a:lnTo>
                <a:lnTo>
                  <a:pt x="1890032" y="944629"/>
                </a:lnTo>
                <a:lnTo>
                  <a:pt x="1937478" y="908962"/>
                </a:lnTo>
                <a:lnTo>
                  <a:pt x="1962699" y="879554"/>
                </a:lnTo>
                <a:lnTo>
                  <a:pt x="1738900" y="879554"/>
                </a:lnTo>
                <a:lnTo>
                  <a:pt x="1721925" y="878899"/>
                </a:lnTo>
                <a:lnTo>
                  <a:pt x="1675420" y="869083"/>
                </a:lnTo>
                <a:lnTo>
                  <a:pt x="1636890" y="845769"/>
                </a:lnTo>
                <a:lnTo>
                  <a:pt x="1605723" y="809039"/>
                </a:lnTo>
                <a:lnTo>
                  <a:pt x="1581959" y="757993"/>
                </a:lnTo>
                <a:lnTo>
                  <a:pt x="1570624" y="715946"/>
                </a:lnTo>
                <a:lnTo>
                  <a:pt x="1570506" y="715455"/>
                </a:lnTo>
                <a:lnTo>
                  <a:pt x="1563056" y="666864"/>
                </a:lnTo>
                <a:lnTo>
                  <a:pt x="1559381" y="609642"/>
                </a:lnTo>
                <a:lnTo>
                  <a:pt x="1558931" y="578516"/>
                </a:lnTo>
                <a:lnTo>
                  <a:pt x="1558931" y="393312"/>
                </a:lnTo>
                <a:lnTo>
                  <a:pt x="1559406" y="368321"/>
                </a:lnTo>
                <a:lnTo>
                  <a:pt x="1559522" y="362227"/>
                </a:lnTo>
                <a:lnTo>
                  <a:pt x="1559614" y="357400"/>
                </a:lnTo>
                <a:lnTo>
                  <a:pt x="1559667" y="354578"/>
                </a:lnTo>
                <a:lnTo>
                  <a:pt x="1561876" y="318871"/>
                </a:lnTo>
                <a:lnTo>
                  <a:pt x="1565484" y="286845"/>
                </a:lnTo>
                <a:lnTo>
                  <a:pt x="1565557" y="286190"/>
                </a:lnTo>
                <a:lnTo>
                  <a:pt x="1570611" y="257109"/>
                </a:lnTo>
                <a:lnTo>
                  <a:pt x="1570711" y="256536"/>
                </a:lnTo>
                <a:lnTo>
                  <a:pt x="1585108" y="205654"/>
                </a:lnTo>
                <a:lnTo>
                  <a:pt x="1604741" y="165570"/>
                </a:lnTo>
                <a:lnTo>
                  <a:pt x="1630264" y="135630"/>
                </a:lnTo>
                <a:lnTo>
                  <a:pt x="1678324" y="108021"/>
                </a:lnTo>
                <a:lnTo>
                  <a:pt x="1716608" y="99841"/>
                </a:lnTo>
                <a:lnTo>
                  <a:pt x="1737591" y="98818"/>
                </a:lnTo>
                <a:lnTo>
                  <a:pt x="1963704" y="98818"/>
                </a:lnTo>
                <a:lnTo>
                  <a:pt x="1957316" y="89984"/>
                </a:lnTo>
                <a:lnTo>
                  <a:pt x="1923449" y="56281"/>
                </a:lnTo>
                <a:lnTo>
                  <a:pt x="1884183" y="30921"/>
                </a:lnTo>
                <a:lnTo>
                  <a:pt x="1839682" y="13743"/>
                </a:lnTo>
                <a:lnTo>
                  <a:pt x="1790927" y="3435"/>
                </a:lnTo>
                <a:lnTo>
                  <a:pt x="1764831" y="858"/>
                </a:lnTo>
                <a:lnTo>
                  <a:pt x="1737591" y="0"/>
                </a:lnTo>
                <a:close/>
              </a:path>
              <a:path w="2039620" h="979170">
                <a:moveTo>
                  <a:pt x="1963704" y="98818"/>
                </a:moveTo>
                <a:lnTo>
                  <a:pt x="1737591" y="98818"/>
                </a:lnTo>
                <a:lnTo>
                  <a:pt x="1754810" y="99473"/>
                </a:lnTo>
                <a:lnTo>
                  <a:pt x="1771130" y="101436"/>
                </a:lnTo>
                <a:lnTo>
                  <a:pt x="1815018" y="114934"/>
                </a:lnTo>
                <a:lnTo>
                  <a:pt x="1851462" y="140702"/>
                </a:lnTo>
                <a:lnTo>
                  <a:pt x="1880420" y="180459"/>
                </a:lnTo>
                <a:lnTo>
                  <a:pt x="1900707" y="235267"/>
                </a:lnTo>
                <a:lnTo>
                  <a:pt x="1909706" y="280750"/>
                </a:lnTo>
                <a:lnTo>
                  <a:pt x="1915596" y="333105"/>
                </a:lnTo>
                <a:lnTo>
                  <a:pt x="1917559" y="393312"/>
                </a:lnTo>
                <a:lnTo>
                  <a:pt x="1917559" y="578516"/>
                </a:lnTo>
                <a:lnTo>
                  <a:pt x="1917095" y="604202"/>
                </a:lnTo>
                <a:lnTo>
                  <a:pt x="1916997" y="609642"/>
                </a:lnTo>
                <a:lnTo>
                  <a:pt x="1916898" y="615164"/>
                </a:lnTo>
                <a:lnTo>
                  <a:pt x="1916864" y="617046"/>
                </a:lnTo>
                <a:lnTo>
                  <a:pt x="1914778" y="652794"/>
                </a:lnTo>
                <a:lnTo>
                  <a:pt x="1911301" y="685761"/>
                </a:lnTo>
                <a:lnTo>
                  <a:pt x="1906513" y="715455"/>
                </a:lnTo>
                <a:lnTo>
                  <a:pt x="1906434" y="715946"/>
                </a:lnTo>
                <a:lnTo>
                  <a:pt x="1892363" y="767810"/>
                </a:lnTo>
                <a:lnTo>
                  <a:pt x="1872403" y="809530"/>
                </a:lnTo>
                <a:lnTo>
                  <a:pt x="1847371" y="840779"/>
                </a:lnTo>
                <a:lnTo>
                  <a:pt x="1799393" y="869983"/>
                </a:lnTo>
                <a:lnTo>
                  <a:pt x="1760455" y="878490"/>
                </a:lnTo>
                <a:lnTo>
                  <a:pt x="1738900" y="879554"/>
                </a:lnTo>
                <a:lnTo>
                  <a:pt x="1962699" y="879554"/>
                </a:lnTo>
                <a:lnTo>
                  <a:pt x="1992818" y="829163"/>
                </a:lnTo>
                <a:lnTo>
                  <a:pt x="2018341" y="756521"/>
                </a:lnTo>
                <a:lnTo>
                  <a:pt x="2027503" y="713983"/>
                </a:lnTo>
                <a:lnTo>
                  <a:pt x="2034048" y="666864"/>
                </a:lnTo>
                <a:lnTo>
                  <a:pt x="2037974" y="615164"/>
                </a:lnTo>
                <a:lnTo>
                  <a:pt x="2039283" y="558883"/>
                </a:lnTo>
                <a:lnTo>
                  <a:pt x="2039283" y="413599"/>
                </a:lnTo>
                <a:lnTo>
                  <a:pt x="2038424" y="368321"/>
                </a:lnTo>
                <a:lnTo>
                  <a:pt x="2035847" y="326069"/>
                </a:lnTo>
                <a:lnTo>
                  <a:pt x="2031553" y="286845"/>
                </a:lnTo>
                <a:lnTo>
                  <a:pt x="2017891" y="217311"/>
                </a:lnTo>
                <a:lnTo>
                  <a:pt x="1997931" y="158740"/>
                </a:lnTo>
                <a:lnTo>
                  <a:pt x="1972163" y="110516"/>
                </a:lnTo>
                <a:lnTo>
                  <a:pt x="1963704" y="98818"/>
                </a:lnTo>
                <a:close/>
              </a:path>
            </a:pathLst>
          </a:custGeom>
          <a:solidFill>
            <a:srgbClr val="5551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40315" y="5984765"/>
            <a:ext cx="1335446" cy="385091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716551" y="7326183"/>
            <a:ext cx="4084391" cy="76601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842837" y="3256445"/>
            <a:ext cx="2949000" cy="319362"/>
          </a:xfrm>
          <a:prstGeom prst="rect">
            <a:avLst/>
          </a:prstGeom>
        </p:spPr>
      </p:pic>
      <p:sp>
        <p:nvSpPr>
          <p:cNvPr id="13" name="object 13" descr=""/>
          <p:cNvSpPr/>
          <p:nvPr/>
        </p:nvSpPr>
        <p:spPr>
          <a:xfrm>
            <a:off x="13805862" y="4015584"/>
            <a:ext cx="4722495" cy="31750"/>
          </a:xfrm>
          <a:custGeom>
            <a:avLst/>
            <a:gdLst/>
            <a:ahLst/>
            <a:cxnLst/>
            <a:rect l="l" t="t" r="r" b="b"/>
            <a:pathLst>
              <a:path w="4722494" h="31750">
                <a:moveTo>
                  <a:pt x="15706" y="0"/>
                </a:moveTo>
                <a:lnTo>
                  <a:pt x="7031" y="0"/>
                </a:lnTo>
                <a:lnTo>
                  <a:pt x="0" y="7031"/>
                </a:lnTo>
                <a:lnTo>
                  <a:pt x="0" y="24380"/>
                </a:lnTo>
                <a:lnTo>
                  <a:pt x="7031" y="31412"/>
                </a:lnTo>
                <a:lnTo>
                  <a:pt x="15706" y="31412"/>
                </a:lnTo>
                <a:lnTo>
                  <a:pt x="15706" y="0"/>
                </a:lnTo>
                <a:close/>
              </a:path>
              <a:path w="4722494" h="31750">
                <a:moveTo>
                  <a:pt x="4706662" y="0"/>
                </a:moveTo>
                <a:lnTo>
                  <a:pt x="15706" y="0"/>
                </a:lnTo>
                <a:lnTo>
                  <a:pt x="15706" y="31412"/>
                </a:lnTo>
                <a:lnTo>
                  <a:pt x="4706662" y="31412"/>
                </a:lnTo>
                <a:lnTo>
                  <a:pt x="4706662" y="0"/>
                </a:lnTo>
                <a:close/>
              </a:path>
              <a:path w="4722494" h="31750">
                <a:moveTo>
                  <a:pt x="4715337" y="0"/>
                </a:moveTo>
                <a:lnTo>
                  <a:pt x="4706662" y="0"/>
                </a:lnTo>
                <a:lnTo>
                  <a:pt x="4706662" y="31412"/>
                </a:lnTo>
                <a:lnTo>
                  <a:pt x="4715337" y="31412"/>
                </a:lnTo>
                <a:lnTo>
                  <a:pt x="4722369" y="24380"/>
                </a:lnTo>
                <a:lnTo>
                  <a:pt x="4722369" y="7031"/>
                </a:lnTo>
                <a:lnTo>
                  <a:pt x="4715337" y="0"/>
                </a:lnTo>
                <a:close/>
              </a:path>
            </a:pathLst>
          </a:custGeom>
          <a:solidFill>
            <a:srgbClr val="1111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4" name="object 14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834330" y="4516387"/>
            <a:ext cx="3580375" cy="785480"/>
          </a:xfrm>
          <a:prstGeom prst="rect">
            <a:avLst/>
          </a:prstGeom>
        </p:spPr>
      </p:pic>
      <p:grpSp>
        <p:nvGrpSpPr>
          <p:cNvPr id="15" name="object 15" descr=""/>
          <p:cNvGrpSpPr/>
          <p:nvPr/>
        </p:nvGrpSpPr>
        <p:grpSpPr>
          <a:xfrm>
            <a:off x="0" y="0"/>
            <a:ext cx="20104100" cy="1560195"/>
            <a:chOff x="0" y="0"/>
            <a:chExt cx="20104100" cy="1560195"/>
          </a:xfrm>
        </p:grpSpPr>
        <p:sp>
          <p:nvSpPr>
            <p:cNvPr id="16" name="object 16" descr=""/>
            <p:cNvSpPr/>
            <p:nvPr/>
          </p:nvSpPr>
          <p:spPr>
            <a:xfrm>
              <a:off x="0" y="0"/>
              <a:ext cx="20104100" cy="1560195"/>
            </a:xfrm>
            <a:custGeom>
              <a:avLst/>
              <a:gdLst/>
              <a:ahLst/>
              <a:cxnLst/>
              <a:rect l="l" t="t" r="r" b="b"/>
              <a:pathLst>
                <a:path w="20104100" h="1560195">
                  <a:moveTo>
                    <a:pt x="20104099" y="0"/>
                  </a:moveTo>
                  <a:lnTo>
                    <a:pt x="0" y="0"/>
                  </a:lnTo>
                  <a:lnTo>
                    <a:pt x="0" y="1560161"/>
                  </a:lnTo>
                  <a:lnTo>
                    <a:pt x="20104099" y="1560161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1A175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91053" y="403824"/>
              <a:ext cx="10006158" cy="95301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828664" y="194406"/>
            <a:ext cx="2931795" cy="741680"/>
          </a:xfrm>
          <a:custGeom>
            <a:avLst/>
            <a:gdLst/>
            <a:ahLst/>
            <a:cxnLst/>
            <a:rect l="l" t="t" r="r" b="b"/>
            <a:pathLst>
              <a:path w="2931795" h="741680">
                <a:moveTo>
                  <a:pt x="241321" y="708114"/>
                </a:moveTo>
                <a:lnTo>
                  <a:pt x="0" y="708114"/>
                </a:lnTo>
                <a:lnTo>
                  <a:pt x="0" y="727031"/>
                </a:lnTo>
                <a:lnTo>
                  <a:pt x="241321" y="727031"/>
                </a:lnTo>
                <a:lnTo>
                  <a:pt x="241321" y="708114"/>
                </a:lnTo>
                <a:close/>
              </a:path>
              <a:path w="2931795" h="741680">
                <a:moveTo>
                  <a:pt x="247302" y="143667"/>
                </a:moveTo>
                <a:lnTo>
                  <a:pt x="143156" y="143667"/>
                </a:lnTo>
                <a:lnTo>
                  <a:pt x="411064" y="727031"/>
                </a:lnTo>
                <a:lnTo>
                  <a:pt x="427936" y="727031"/>
                </a:lnTo>
                <a:lnTo>
                  <a:pt x="497070" y="576205"/>
                </a:lnTo>
                <a:lnTo>
                  <a:pt x="447875" y="576205"/>
                </a:lnTo>
                <a:lnTo>
                  <a:pt x="247302" y="143667"/>
                </a:lnTo>
                <a:close/>
              </a:path>
              <a:path w="2931795" h="741680">
                <a:moveTo>
                  <a:pt x="891661" y="708114"/>
                </a:moveTo>
                <a:lnTo>
                  <a:pt x="597167" y="708114"/>
                </a:lnTo>
                <a:lnTo>
                  <a:pt x="597167" y="727031"/>
                </a:lnTo>
                <a:lnTo>
                  <a:pt x="891661" y="727031"/>
                </a:lnTo>
                <a:lnTo>
                  <a:pt x="891661" y="708114"/>
                </a:lnTo>
                <a:close/>
              </a:path>
              <a:path w="2931795" h="741680">
                <a:moveTo>
                  <a:pt x="196329" y="33744"/>
                </a:moveTo>
                <a:lnTo>
                  <a:pt x="0" y="33744"/>
                </a:lnTo>
                <a:lnTo>
                  <a:pt x="0" y="52661"/>
                </a:lnTo>
                <a:lnTo>
                  <a:pt x="19747" y="53300"/>
                </a:lnTo>
                <a:lnTo>
                  <a:pt x="36556" y="55217"/>
                </a:lnTo>
                <a:lnTo>
                  <a:pt x="77713" y="73879"/>
                </a:lnTo>
                <a:lnTo>
                  <a:pt x="95608" y="114269"/>
                </a:lnTo>
                <a:lnTo>
                  <a:pt x="98164" y="153893"/>
                </a:lnTo>
                <a:lnTo>
                  <a:pt x="98164" y="606881"/>
                </a:lnTo>
                <a:lnTo>
                  <a:pt x="95352" y="654685"/>
                </a:lnTo>
                <a:lnTo>
                  <a:pt x="76115" y="693159"/>
                </a:lnTo>
                <a:lnTo>
                  <a:pt x="24541" y="708114"/>
                </a:lnTo>
                <a:lnTo>
                  <a:pt x="216780" y="708114"/>
                </a:lnTo>
                <a:lnTo>
                  <a:pt x="167793" y="696035"/>
                </a:lnTo>
                <a:lnTo>
                  <a:pt x="146607" y="658776"/>
                </a:lnTo>
                <a:lnTo>
                  <a:pt x="143156" y="606881"/>
                </a:lnTo>
                <a:lnTo>
                  <a:pt x="143156" y="143667"/>
                </a:lnTo>
                <a:lnTo>
                  <a:pt x="247302" y="143667"/>
                </a:lnTo>
                <a:lnTo>
                  <a:pt x="196329" y="33744"/>
                </a:lnTo>
                <a:close/>
              </a:path>
              <a:path w="2931795" h="741680">
                <a:moveTo>
                  <a:pt x="793767" y="143667"/>
                </a:moveTo>
                <a:lnTo>
                  <a:pt x="695332" y="143667"/>
                </a:lnTo>
                <a:lnTo>
                  <a:pt x="695332" y="606881"/>
                </a:lnTo>
                <a:lnTo>
                  <a:pt x="694629" y="633404"/>
                </a:lnTo>
                <a:lnTo>
                  <a:pt x="684084" y="681527"/>
                </a:lnTo>
                <a:lnTo>
                  <a:pt x="642287" y="706452"/>
                </a:lnTo>
                <a:lnTo>
                  <a:pt x="621708" y="708114"/>
                </a:lnTo>
                <a:lnTo>
                  <a:pt x="867631" y="708114"/>
                </a:lnTo>
                <a:lnTo>
                  <a:pt x="818645" y="696035"/>
                </a:lnTo>
                <a:lnTo>
                  <a:pt x="797075" y="658776"/>
                </a:lnTo>
                <a:lnTo>
                  <a:pt x="793496" y="606881"/>
                </a:lnTo>
                <a:lnTo>
                  <a:pt x="793496" y="153893"/>
                </a:lnTo>
                <a:lnTo>
                  <a:pt x="793767" y="143667"/>
                </a:lnTo>
                <a:close/>
              </a:path>
              <a:path w="2931795" h="741680">
                <a:moveTo>
                  <a:pt x="891661" y="33744"/>
                </a:moveTo>
                <a:lnTo>
                  <a:pt x="695332" y="33744"/>
                </a:lnTo>
                <a:lnTo>
                  <a:pt x="447875" y="576205"/>
                </a:lnTo>
                <a:lnTo>
                  <a:pt x="497070" y="576205"/>
                </a:lnTo>
                <a:lnTo>
                  <a:pt x="695332" y="143667"/>
                </a:lnTo>
                <a:lnTo>
                  <a:pt x="793767" y="143667"/>
                </a:lnTo>
                <a:lnTo>
                  <a:pt x="799823" y="90048"/>
                </a:lnTo>
                <a:lnTo>
                  <a:pt x="829669" y="59307"/>
                </a:lnTo>
                <a:lnTo>
                  <a:pt x="867631" y="52661"/>
                </a:lnTo>
                <a:lnTo>
                  <a:pt x="891661" y="52661"/>
                </a:lnTo>
                <a:lnTo>
                  <a:pt x="891661" y="33744"/>
                </a:lnTo>
                <a:close/>
              </a:path>
              <a:path w="2931795" h="741680">
                <a:moveTo>
                  <a:pt x="1144516" y="244900"/>
                </a:moveTo>
                <a:lnTo>
                  <a:pt x="1087765" y="252569"/>
                </a:lnTo>
                <a:lnTo>
                  <a:pt x="1034081" y="275576"/>
                </a:lnTo>
                <a:lnTo>
                  <a:pt x="986916" y="314177"/>
                </a:lnTo>
                <a:lnTo>
                  <a:pt x="949721" y="369650"/>
                </a:lnTo>
                <a:lnTo>
                  <a:pt x="925947" y="433304"/>
                </a:lnTo>
                <a:lnTo>
                  <a:pt x="918022" y="497469"/>
                </a:lnTo>
                <a:lnTo>
                  <a:pt x="921313" y="540608"/>
                </a:lnTo>
                <a:lnTo>
                  <a:pt x="931187" y="581573"/>
                </a:lnTo>
                <a:lnTo>
                  <a:pt x="947644" y="620366"/>
                </a:lnTo>
                <a:lnTo>
                  <a:pt x="970683" y="656986"/>
                </a:lnTo>
                <a:lnTo>
                  <a:pt x="1004587" y="693894"/>
                </a:lnTo>
                <a:lnTo>
                  <a:pt x="1043923" y="720256"/>
                </a:lnTo>
                <a:lnTo>
                  <a:pt x="1088692" y="736074"/>
                </a:lnTo>
                <a:lnTo>
                  <a:pt x="1138892" y="741346"/>
                </a:lnTo>
                <a:lnTo>
                  <a:pt x="1170591" y="739301"/>
                </a:lnTo>
                <a:lnTo>
                  <a:pt x="1200756" y="733166"/>
                </a:lnTo>
                <a:lnTo>
                  <a:pt x="1229388" y="722941"/>
                </a:lnTo>
                <a:lnTo>
                  <a:pt x="1256485" y="708625"/>
                </a:lnTo>
                <a:lnTo>
                  <a:pt x="1261392" y="705046"/>
                </a:lnTo>
                <a:lnTo>
                  <a:pt x="1160877" y="705046"/>
                </a:lnTo>
                <a:lnTo>
                  <a:pt x="1129242" y="700413"/>
                </a:lnTo>
                <a:lnTo>
                  <a:pt x="1075558" y="663345"/>
                </a:lnTo>
                <a:lnTo>
                  <a:pt x="1053510" y="630911"/>
                </a:lnTo>
                <a:lnTo>
                  <a:pt x="1035839" y="592086"/>
                </a:lnTo>
                <a:lnTo>
                  <a:pt x="1023217" y="549747"/>
                </a:lnTo>
                <a:lnTo>
                  <a:pt x="1015643" y="503892"/>
                </a:lnTo>
                <a:lnTo>
                  <a:pt x="1013119" y="454522"/>
                </a:lnTo>
                <a:lnTo>
                  <a:pt x="1014174" y="424261"/>
                </a:lnTo>
                <a:lnTo>
                  <a:pt x="1022610" y="372367"/>
                </a:lnTo>
                <a:lnTo>
                  <a:pt x="1039066" y="332072"/>
                </a:lnTo>
                <a:lnTo>
                  <a:pt x="1073961" y="294493"/>
                </a:lnTo>
                <a:lnTo>
                  <a:pt x="1115086" y="279155"/>
                </a:lnTo>
                <a:lnTo>
                  <a:pt x="1128667" y="278132"/>
                </a:lnTo>
                <a:lnTo>
                  <a:pt x="1261075" y="278132"/>
                </a:lnTo>
                <a:lnTo>
                  <a:pt x="1240380" y="265095"/>
                </a:lnTo>
                <a:lnTo>
                  <a:pt x="1195069" y="249948"/>
                </a:lnTo>
                <a:lnTo>
                  <a:pt x="1144516" y="244900"/>
                </a:lnTo>
                <a:close/>
              </a:path>
              <a:path w="2931795" h="741680">
                <a:moveTo>
                  <a:pt x="1261075" y="278132"/>
                </a:moveTo>
                <a:lnTo>
                  <a:pt x="1128667" y="278132"/>
                </a:lnTo>
                <a:lnTo>
                  <a:pt x="1155541" y="281200"/>
                </a:lnTo>
                <a:lnTo>
                  <a:pt x="1179922" y="290403"/>
                </a:lnTo>
                <a:lnTo>
                  <a:pt x="1221207" y="327215"/>
                </a:lnTo>
                <a:lnTo>
                  <a:pt x="1244694" y="366327"/>
                </a:lnTo>
                <a:lnTo>
                  <a:pt x="1261470" y="412086"/>
                </a:lnTo>
                <a:lnTo>
                  <a:pt x="1271536" y="464492"/>
                </a:lnTo>
                <a:lnTo>
                  <a:pt x="1274891" y="523544"/>
                </a:lnTo>
                <a:lnTo>
                  <a:pt x="1272878" y="569718"/>
                </a:lnTo>
                <a:lnTo>
                  <a:pt x="1266839" y="608543"/>
                </a:lnTo>
                <a:lnTo>
                  <a:pt x="1242681" y="664144"/>
                </a:lnTo>
                <a:lnTo>
                  <a:pt x="1206125" y="694820"/>
                </a:lnTo>
                <a:lnTo>
                  <a:pt x="1160877" y="705046"/>
                </a:lnTo>
                <a:lnTo>
                  <a:pt x="1261392" y="705046"/>
                </a:lnTo>
                <a:lnTo>
                  <a:pt x="1303906" y="667979"/>
                </a:lnTo>
                <a:lnTo>
                  <a:pt x="1339823" y="611483"/>
                </a:lnTo>
                <a:lnTo>
                  <a:pt x="1362447" y="547446"/>
                </a:lnTo>
                <a:lnTo>
                  <a:pt x="1369988" y="484176"/>
                </a:lnTo>
                <a:lnTo>
                  <a:pt x="1366569" y="440717"/>
                </a:lnTo>
                <a:lnTo>
                  <a:pt x="1356312" y="399816"/>
                </a:lnTo>
                <a:lnTo>
                  <a:pt x="1339216" y="361470"/>
                </a:lnTo>
                <a:lnTo>
                  <a:pt x="1315282" y="325681"/>
                </a:lnTo>
                <a:lnTo>
                  <a:pt x="1280514" y="290403"/>
                </a:lnTo>
                <a:lnTo>
                  <a:pt x="1261075" y="278132"/>
                </a:lnTo>
                <a:close/>
              </a:path>
              <a:path w="2931795" h="741680">
                <a:moveTo>
                  <a:pt x="1636137" y="244388"/>
                </a:moveTo>
                <a:lnTo>
                  <a:pt x="1588556" y="249629"/>
                </a:lnTo>
                <a:lnTo>
                  <a:pt x="1545513" y="265351"/>
                </a:lnTo>
                <a:lnTo>
                  <a:pt x="1507008" y="291553"/>
                </a:lnTo>
                <a:lnTo>
                  <a:pt x="1473040" y="328237"/>
                </a:lnTo>
                <a:lnTo>
                  <a:pt x="1445304" y="370992"/>
                </a:lnTo>
                <a:lnTo>
                  <a:pt x="1425492" y="415921"/>
                </a:lnTo>
                <a:lnTo>
                  <a:pt x="1413605" y="463022"/>
                </a:lnTo>
                <a:lnTo>
                  <a:pt x="1409642" y="512296"/>
                </a:lnTo>
                <a:lnTo>
                  <a:pt x="1413221" y="560387"/>
                </a:lnTo>
                <a:lnTo>
                  <a:pt x="1423958" y="603942"/>
                </a:lnTo>
                <a:lnTo>
                  <a:pt x="1441853" y="642958"/>
                </a:lnTo>
                <a:lnTo>
                  <a:pt x="1466905" y="677437"/>
                </a:lnTo>
                <a:lnTo>
                  <a:pt x="1496751" y="705397"/>
                </a:lnTo>
                <a:lnTo>
                  <a:pt x="1563728" y="737352"/>
                </a:lnTo>
                <a:lnTo>
                  <a:pt x="1600859" y="741346"/>
                </a:lnTo>
                <a:lnTo>
                  <a:pt x="1619456" y="740388"/>
                </a:lnTo>
                <a:lnTo>
                  <a:pt x="1671415" y="726008"/>
                </a:lnTo>
                <a:lnTo>
                  <a:pt x="1704520" y="705174"/>
                </a:lnTo>
                <a:lnTo>
                  <a:pt x="1727407" y="685106"/>
                </a:lnTo>
                <a:lnTo>
                  <a:pt x="1648407" y="685106"/>
                </a:lnTo>
                <a:lnTo>
                  <a:pt x="1621438" y="681687"/>
                </a:lnTo>
                <a:lnTo>
                  <a:pt x="1571333" y="654334"/>
                </a:lnTo>
                <a:lnTo>
                  <a:pt x="1528514" y="599787"/>
                </a:lnTo>
                <a:lnTo>
                  <a:pt x="1514454" y="563167"/>
                </a:lnTo>
                <a:lnTo>
                  <a:pt x="1506018" y="520540"/>
                </a:lnTo>
                <a:lnTo>
                  <a:pt x="1503206" y="471905"/>
                </a:lnTo>
                <a:lnTo>
                  <a:pt x="1506113" y="423845"/>
                </a:lnTo>
                <a:lnTo>
                  <a:pt x="1514837" y="381921"/>
                </a:lnTo>
                <a:lnTo>
                  <a:pt x="1529376" y="346132"/>
                </a:lnTo>
                <a:lnTo>
                  <a:pt x="1567978" y="298807"/>
                </a:lnTo>
                <a:lnTo>
                  <a:pt x="1608113" y="278612"/>
                </a:lnTo>
                <a:lnTo>
                  <a:pt x="1630001" y="276087"/>
                </a:lnTo>
                <a:lnTo>
                  <a:pt x="1728802" y="276087"/>
                </a:lnTo>
                <a:lnTo>
                  <a:pt x="1716854" y="266533"/>
                </a:lnTo>
                <a:lnTo>
                  <a:pt x="1692632" y="254230"/>
                </a:lnTo>
                <a:lnTo>
                  <a:pt x="1665727" y="246849"/>
                </a:lnTo>
                <a:lnTo>
                  <a:pt x="1636137" y="244388"/>
                </a:lnTo>
                <a:close/>
              </a:path>
              <a:path w="2931795" h="741680">
                <a:moveTo>
                  <a:pt x="1895352" y="665678"/>
                </a:moveTo>
                <a:lnTo>
                  <a:pt x="1884424" y="669480"/>
                </a:lnTo>
                <a:lnTo>
                  <a:pt x="1874646" y="672197"/>
                </a:lnTo>
                <a:lnTo>
                  <a:pt x="1866018" y="673826"/>
                </a:lnTo>
                <a:lnTo>
                  <a:pt x="1858541" y="674370"/>
                </a:lnTo>
                <a:lnTo>
                  <a:pt x="1738391" y="674370"/>
                </a:lnTo>
                <a:lnTo>
                  <a:pt x="1738391" y="741346"/>
                </a:lnTo>
                <a:lnTo>
                  <a:pt x="1761910" y="741346"/>
                </a:lnTo>
                <a:lnTo>
                  <a:pt x="1900976" y="683572"/>
                </a:lnTo>
                <a:lnTo>
                  <a:pt x="1895352" y="665678"/>
                </a:lnTo>
                <a:close/>
              </a:path>
              <a:path w="2931795" h="741680">
                <a:moveTo>
                  <a:pt x="1728802" y="276087"/>
                </a:moveTo>
                <a:lnTo>
                  <a:pt x="1630001" y="276087"/>
                </a:lnTo>
                <a:lnTo>
                  <a:pt x="1642080" y="277014"/>
                </a:lnTo>
                <a:lnTo>
                  <a:pt x="1654287" y="279794"/>
                </a:lnTo>
                <a:lnTo>
                  <a:pt x="1691226" y="298967"/>
                </a:lnTo>
                <a:lnTo>
                  <a:pt x="1719986" y="333861"/>
                </a:lnTo>
                <a:lnTo>
                  <a:pt x="1736091" y="380259"/>
                </a:lnTo>
                <a:lnTo>
                  <a:pt x="1738391" y="397259"/>
                </a:lnTo>
                <a:lnTo>
                  <a:pt x="1738391" y="638580"/>
                </a:lnTo>
                <a:lnTo>
                  <a:pt x="1716471" y="658935"/>
                </a:lnTo>
                <a:lnTo>
                  <a:pt x="1694166" y="673475"/>
                </a:lnTo>
                <a:lnTo>
                  <a:pt x="1671478" y="682198"/>
                </a:lnTo>
                <a:lnTo>
                  <a:pt x="1648407" y="685106"/>
                </a:lnTo>
                <a:lnTo>
                  <a:pt x="1727407" y="685106"/>
                </a:lnTo>
                <a:lnTo>
                  <a:pt x="1738391" y="674370"/>
                </a:lnTo>
                <a:lnTo>
                  <a:pt x="1851042" y="674370"/>
                </a:lnTo>
                <a:lnTo>
                  <a:pt x="1844396" y="671984"/>
                </a:lnTo>
                <a:lnTo>
                  <a:pt x="1824765" y="628962"/>
                </a:lnTo>
                <a:lnTo>
                  <a:pt x="1822975" y="578602"/>
                </a:lnTo>
                <a:lnTo>
                  <a:pt x="1822752" y="283756"/>
                </a:lnTo>
                <a:lnTo>
                  <a:pt x="1738391" y="283756"/>
                </a:lnTo>
                <a:lnTo>
                  <a:pt x="1728802" y="276087"/>
                </a:lnTo>
                <a:close/>
              </a:path>
              <a:path w="2931795" h="741680">
                <a:moveTo>
                  <a:pt x="1822752" y="66976"/>
                </a:moveTo>
                <a:lnTo>
                  <a:pt x="1710271" y="66976"/>
                </a:lnTo>
                <a:lnTo>
                  <a:pt x="1717088" y="69192"/>
                </a:lnTo>
                <a:lnTo>
                  <a:pt x="1722542" y="73623"/>
                </a:lnTo>
                <a:lnTo>
                  <a:pt x="1736091" y="111745"/>
                </a:lnTo>
                <a:lnTo>
                  <a:pt x="1738136" y="161083"/>
                </a:lnTo>
                <a:lnTo>
                  <a:pt x="1738391" y="197351"/>
                </a:lnTo>
                <a:lnTo>
                  <a:pt x="1738391" y="283756"/>
                </a:lnTo>
                <a:lnTo>
                  <a:pt x="1822752" y="283756"/>
                </a:lnTo>
                <a:lnTo>
                  <a:pt x="1822752" y="66976"/>
                </a:lnTo>
                <a:close/>
              </a:path>
              <a:path w="2931795" h="741680">
                <a:moveTo>
                  <a:pt x="1822752" y="0"/>
                </a:moveTo>
                <a:lnTo>
                  <a:pt x="1799744" y="0"/>
                </a:lnTo>
                <a:lnTo>
                  <a:pt x="1660167" y="57262"/>
                </a:lnTo>
                <a:lnTo>
                  <a:pt x="1666813" y="75157"/>
                </a:lnTo>
                <a:lnTo>
                  <a:pt x="1677262" y="71578"/>
                </a:lnTo>
                <a:lnTo>
                  <a:pt x="1686625" y="69021"/>
                </a:lnTo>
                <a:lnTo>
                  <a:pt x="1694901" y="67488"/>
                </a:lnTo>
                <a:lnTo>
                  <a:pt x="1702091" y="66976"/>
                </a:lnTo>
                <a:lnTo>
                  <a:pt x="1822752" y="66976"/>
                </a:lnTo>
                <a:lnTo>
                  <a:pt x="1822752" y="0"/>
                </a:lnTo>
                <a:close/>
              </a:path>
              <a:path w="2931795" h="741680">
                <a:moveTo>
                  <a:pt x="2122133" y="244388"/>
                </a:moveTo>
                <a:lnTo>
                  <a:pt x="2077556" y="248606"/>
                </a:lnTo>
                <a:lnTo>
                  <a:pt x="2036878" y="261260"/>
                </a:lnTo>
                <a:lnTo>
                  <a:pt x="2000098" y="282350"/>
                </a:lnTo>
                <a:lnTo>
                  <a:pt x="1967217" y="311876"/>
                </a:lnTo>
                <a:lnTo>
                  <a:pt x="1940375" y="348688"/>
                </a:lnTo>
                <a:lnTo>
                  <a:pt x="1921202" y="392146"/>
                </a:lnTo>
                <a:lnTo>
                  <a:pt x="1909699" y="442251"/>
                </a:lnTo>
                <a:lnTo>
                  <a:pt x="1905864" y="499003"/>
                </a:lnTo>
                <a:lnTo>
                  <a:pt x="1909603" y="551664"/>
                </a:lnTo>
                <a:lnTo>
                  <a:pt x="1920758" y="598445"/>
                </a:lnTo>
                <a:lnTo>
                  <a:pt x="1920819" y="598701"/>
                </a:lnTo>
                <a:lnTo>
                  <a:pt x="1939512" y="640114"/>
                </a:lnTo>
                <a:lnTo>
                  <a:pt x="1965683" y="675903"/>
                </a:lnTo>
                <a:lnTo>
                  <a:pt x="1997350" y="704535"/>
                </a:lnTo>
                <a:lnTo>
                  <a:pt x="2032021" y="724986"/>
                </a:lnTo>
                <a:lnTo>
                  <a:pt x="2069696" y="737256"/>
                </a:lnTo>
                <a:lnTo>
                  <a:pt x="2110374" y="741346"/>
                </a:lnTo>
                <a:lnTo>
                  <a:pt x="2147601" y="737767"/>
                </a:lnTo>
                <a:lnTo>
                  <a:pt x="2181569" y="727031"/>
                </a:lnTo>
                <a:lnTo>
                  <a:pt x="2212277" y="709136"/>
                </a:lnTo>
                <a:lnTo>
                  <a:pt x="2239726" y="684084"/>
                </a:lnTo>
                <a:lnTo>
                  <a:pt x="2260181" y="658009"/>
                </a:lnTo>
                <a:lnTo>
                  <a:pt x="2149231" y="658009"/>
                </a:lnTo>
                <a:lnTo>
                  <a:pt x="2115838" y="654302"/>
                </a:lnTo>
                <a:lnTo>
                  <a:pt x="2055763" y="624648"/>
                </a:lnTo>
                <a:lnTo>
                  <a:pt x="2006745" y="566235"/>
                </a:lnTo>
                <a:lnTo>
                  <a:pt x="1990864" y="528145"/>
                </a:lnTo>
                <a:lnTo>
                  <a:pt x="1981437" y="484431"/>
                </a:lnTo>
                <a:lnTo>
                  <a:pt x="1978465" y="435093"/>
                </a:lnTo>
                <a:lnTo>
                  <a:pt x="2302101" y="435093"/>
                </a:lnTo>
                <a:lnTo>
                  <a:pt x="2299827" y="405440"/>
                </a:lnTo>
                <a:lnTo>
                  <a:pt x="1978465" y="405440"/>
                </a:lnTo>
                <a:lnTo>
                  <a:pt x="1983003" y="377671"/>
                </a:lnTo>
                <a:lnTo>
                  <a:pt x="2002431" y="331912"/>
                </a:lnTo>
                <a:lnTo>
                  <a:pt x="2034737" y="299382"/>
                </a:lnTo>
                <a:lnTo>
                  <a:pt x="2072827" y="282766"/>
                </a:lnTo>
                <a:lnTo>
                  <a:pt x="2093502" y="280689"/>
                </a:lnTo>
                <a:lnTo>
                  <a:pt x="2232683" y="280689"/>
                </a:lnTo>
                <a:lnTo>
                  <a:pt x="2224420" y="273723"/>
                </a:lnTo>
                <a:lnTo>
                  <a:pt x="2193839" y="257426"/>
                </a:lnTo>
                <a:lnTo>
                  <a:pt x="2159744" y="247648"/>
                </a:lnTo>
                <a:lnTo>
                  <a:pt x="2122133" y="244388"/>
                </a:lnTo>
                <a:close/>
              </a:path>
              <a:path w="2931795" h="741680">
                <a:moveTo>
                  <a:pt x="2286252" y="546040"/>
                </a:moveTo>
                <a:lnTo>
                  <a:pt x="2260433" y="598445"/>
                </a:lnTo>
                <a:lnTo>
                  <a:pt x="2228989" y="632956"/>
                </a:lnTo>
                <a:lnTo>
                  <a:pt x="2192178" y="651746"/>
                </a:lnTo>
                <a:lnTo>
                  <a:pt x="2149231" y="658009"/>
                </a:lnTo>
                <a:lnTo>
                  <a:pt x="2260181" y="658009"/>
                </a:lnTo>
                <a:lnTo>
                  <a:pt x="2262989" y="654430"/>
                </a:lnTo>
                <a:lnTo>
                  <a:pt x="2281139" y="623242"/>
                </a:lnTo>
                <a:lnTo>
                  <a:pt x="2294177" y="590521"/>
                </a:lnTo>
                <a:lnTo>
                  <a:pt x="2302101" y="556265"/>
                </a:lnTo>
                <a:lnTo>
                  <a:pt x="2286252" y="546040"/>
                </a:lnTo>
                <a:close/>
              </a:path>
              <a:path w="2931795" h="741680">
                <a:moveTo>
                  <a:pt x="2232683" y="280689"/>
                </a:moveTo>
                <a:lnTo>
                  <a:pt x="2093502" y="280689"/>
                </a:lnTo>
                <a:lnTo>
                  <a:pt x="2107146" y="281711"/>
                </a:lnTo>
                <a:lnTo>
                  <a:pt x="2120471" y="284779"/>
                </a:lnTo>
                <a:lnTo>
                  <a:pt x="2158146" y="305997"/>
                </a:lnTo>
                <a:lnTo>
                  <a:pt x="2184508" y="342042"/>
                </a:lnTo>
                <a:lnTo>
                  <a:pt x="2193615" y="384605"/>
                </a:lnTo>
                <a:lnTo>
                  <a:pt x="2195245" y="405440"/>
                </a:lnTo>
                <a:lnTo>
                  <a:pt x="2299827" y="405440"/>
                </a:lnTo>
                <a:lnTo>
                  <a:pt x="2298938" y="393840"/>
                </a:lnTo>
                <a:lnTo>
                  <a:pt x="2289447" y="356996"/>
                </a:lnTo>
                <a:lnTo>
                  <a:pt x="2273630" y="324562"/>
                </a:lnTo>
                <a:lnTo>
                  <a:pt x="2251485" y="296538"/>
                </a:lnTo>
                <a:lnTo>
                  <a:pt x="2232683" y="280689"/>
                </a:lnTo>
                <a:close/>
              </a:path>
              <a:path w="2931795" h="741680">
                <a:moveTo>
                  <a:pt x="2494627" y="66976"/>
                </a:moveTo>
                <a:lnTo>
                  <a:pt x="2382658" y="66976"/>
                </a:lnTo>
                <a:lnTo>
                  <a:pt x="2389304" y="69192"/>
                </a:lnTo>
                <a:lnTo>
                  <a:pt x="2394417" y="73623"/>
                </a:lnTo>
                <a:lnTo>
                  <a:pt x="2407742" y="111457"/>
                </a:lnTo>
                <a:lnTo>
                  <a:pt x="2409531" y="160028"/>
                </a:lnTo>
                <a:lnTo>
                  <a:pt x="2409755" y="195817"/>
                </a:lnTo>
                <a:lnTo>
                  <a:pt x="2409755" y="621197"/>
                </a:lnTo>
                <a:lnTo>
                  <a:pt x="2406016" y="670567"/>
                </a:lnTo>
                <a:lnTo>
                  <a:pt x="2377545" y="704886"/>
                </a:lnTo>
                <a:lnTo>
                  <a:pt x="2340733" y="708625"/>
                </a:lnTo>
                <a:lnTo>
                  <a:pt x="2340733" y="727031"/>
                </a:lnTo>
                <a:lnTo>
                  <a:pt x="2570295" y="727031"/>
                </a:lnTo>
                <a:lnTo>
                  <a:pt x="2570295" y="708625"/>
                </a:lnTo>
                <a:lnTo>
                  <a:pt x="2554777" y="708209"/>
                </a:lnTo>
                <a:lnTo>
                  <a:pt x="2553912" y="708209"/>
                </a:lnTo>
                <a:lnTo>
                  <a:pt x="2539746" y="706835"/>
                </a:lnTo>
                <a:lnTo>
                  <a:pt x="2504501" y="686225"/>
                </a:lnTo>
                <a:lnTo>
                  <a:pt x="2495010" y="641328"/>
                </a:lnTo>
                <a:lnTo>
                  <a:pt x="2494627" y="621197"/>
                </a:lnTo>
                <a:lnTo>
                  <a:pt x="2494627" y="66976"/>
                </a:lnTo>
                <a:close/>
              </a:path>
              <a:path w="2931795" h="741680">
                <a:moveTo>
                  <a:pt x="2494627" y="0"/>
                </a:moveTo>
                <a:lnTo>
                  <a:pt x="2471619" y="0"/>
                </a:lnTo>
                <a:lnTo>
                  <a:pt x="2332042" y="57262"/>
                </a:lnTo>
                <a:lnTo>
                  <a:pt x="2340733" y="75157"/>
                </a:lnTo>
                <a:lnTo>
                  <a:pt x="2350511" y="71578"/>
                </a:lnTo>
                <a:lnTo>
                  <a:pt x="2359395" y="69021"/>
                </a:lnTo>
                <a:lnTo>
                  <a:pt x="2367383" y="67488"/>
                </a:lnTo>
                <a:lnTo>
                  <a:pt x="2374477" y="66976"/>
                </a:lnTo>
                <a:lnTo>
                  <a:pt x="2494627" y="66976"/>
                </a:lnTo>
                <a:lnTo>
                  <a:pt x="2494627" y="0"/>
                </a:lnTo>
                <a:close/>
              </a:path>
              <a:path w="2931795" h="741680">
                <a:moveTo>
                  <a:pt x="2855167" y="720895"/>
                </a:moveTo>
                <a:lnTo>
                  <a:pt x="2649318" y="720895"/>
                </a:lnTo>
                <a:lnTo>
                  <a:pt x="2655069" y="721215"/>
                </a:lnTo>
                <a:lnTo>
                  <a:pt x="2661588" y="722174"/>
                </a:lnTo>
                <a:lnTo>
                  <a:pt x="2668874" y="723771"/>
                </a:lnTo>
                <a:lnTo>
                  <a:pt x="2676926" y="726008"/>
                </a:lnTo>
                <a:lnTo>
                  <a:pt x="2703768" y="732719"/>
                </a:lnTo>
                <a:lnTo>
                  <a:pt x="2729076" y="737512"/>
                </a:lnTo>
                <a:lnTo>
                  <a:pt x="2752850" y="740388"/>
                </a:lnTo>
                <a:lnTo>
                  <a:pt x="2775091" y="741346"/>
                </a:lnTo>
                <a:lnTo>
                  <a:pt x="2804265" y="738918"/>
                </a:lnTo>
                <a:lnTo>
                  <a:pt x="2831970" y="731632"/>
                </a:lnTo>
                <a:lnTo>
                  <a:pt x="2855167" y="720895"/>
                </a:lnTo>
                <a:close/>
              </a:path>
              <a:path w="2931795" h="741680">
                <a:moveTo>
                  <a:pt x="2630912" y="567002"/>
                </a:moveTo>
                <a:lnTo>
                  <a:pt x="2614040" y="567002"/>
                </a:lnTo>
                <a:lnTo>
                  <a:pt x="2614040" y="734189"/>
                </a:lnTo>
                <a:lnTo>
                  <a:pt x="2630912" y="734189"/>
                </a:lnTo>
                <a:lnTo>
                  <a:pt x="2635343" y="725326"/>
                </a:lnTo>
                <a:lnTo>
                  <a:pt x="2641478" y="720895"/>
                </a:lnTo>
                <a:lnTo>
                  <a:pt x="2855167" y="720895"/>
                </a:lnTo>
                <a:lnTo>
                  <a:pt x="2858205" y="719489"/>
                </a:lnTo>
                <a:lnTo>
                  <a:pt x="2870308" y="711181"/>
                </a:lnTo>
                <a:lnTo>
                  <a:pt x="2776113" y="711181"/>
                </a:lnTo>
                <a:lnTo>
                  <a:pt x="2751668" y="708912"/>
                </a:lnTo>
                <a:lnTo>
                  <a:pt x="2706420" y="690762"/>
                </a:lnTo>
                <a:lnTo>
                  <a:pt x="2667052" y="654526"/>
                </a:lnTo>
                <a:lnTo>
                  <a:pt x="2639699" y="600586"/>
                </a:lnTo>
                <a:lnTo>
                  <a:pt x="2630912" y="567002"/>
                </a:lnTo>
                <a:close/>
              </a:path>
              <a:path w="2931795" h="741680">
                <a:moveTo>
                  <a:pt x="2754129" y="244900"/>
                </a:moveTo>
                <a:lnTo>
                  <a:pt x="2696994" y="254614"/>
                </a:lnTo>
                <a:lnTo>
                  <a:pt x="2651363" y="283756"/>
                </a:lnTo>
                <a:lnTo>
                  <a:pt x="2621837" y="327342"/>
                </a:lnTo>
                <a:lnTo>
                  <a:pt x="2611995" y="380387"/>
                </a:lnTo>
                <a:lnTo>
                  <a:pt x="2613433" y="401669"/>
                </a:lnTo>
                <a:lnTo>
                  <a:pt x="2624936" y="438481"/>
                </a:lnTo>
                <a:lnTo>
                  <a:pt x="2649701" y="469285"/>
                </a:lnTo>
                <a:lnTo>
                  <a:pt x="2698272" y="502518"/>
                </a:lnTo>
                <a:lnTo>
                  <a:pt x="2732144" y="520476"/>
                </a:lnTo>
                <a:lnTo>
                  <a:pt x="2766112" y="538083"/>
                </a:lnTo>
                <a:lnTo>
                  <a:pt x="2793880" y="554092"/>
                </a:lnTo>
                <a:lnTo>
                  <a:pt x="2830820" y="581318"/>
                </a:lnTo>
                <a:lnTo>
                  <a:pt x="2854306" y="623690"/>
                </a:lnTo>
                <a:lnTo>
                  <a:pt x="2855872" y="640625"/>
                </a:lnTo>
                <a:lnTo>
                  <a:pt x="2854482" y="654526"/>
                </a:lnTo>
                <a:lnTo>
                  <a:pt x="2833334" y="690762"/>
                </a:lnTo>
                <a:lnTo>
                  <a:pt x="2792922" y="709903"/>
                </a:lnTo>
                <a:lnTo>
                  <a:pt x="2776113" y="711181"/>
                </a:lnTo>
                <a:lnTo>
                  <a:pt x="2870308" y="711181"/>
                </a:lnTo>
                <a:lnTo>
                  <a:pt x="2882970" y="702490"/>
                </a:lnTo>
                <a:lnTo>
                  <a:pt x="2904219" y="681272"/>
                </a:lnTo>
                <a:lnTo>
                  <a:pt x="2919398" y="656986"/>
                </a:lnTo>
                <a:lnTo>
                  <a:pt x="2928462" y="629761"/>
                </a:lnTo>
                <a:lnTo>
                  <a:pt x="2928505" y="629633"/>
                </a:lnTo>
                <a:lnTo>
                  <a:pt x="2925054" y="559812"/>
                </a:lnTo>
                <a:lnTo>
                  <a:pt x="2905593" y="524438"/>
                </a:lnTo>
                <a:lnTo>
                  <a:pt x="2873160" y="493091"/>
                </a:lnTo>
                <a:lnTo>
                  <a:pt x="2827752" y="465770"/>
                </a:lnTo>
                <a:lnTo>
                  <a:pt x="2753106" y="429469"/>
                </a:lnTo>
                <a:lnTo>
                  <a:pt x="2730866" y="417870"/>
                </a:lnTo>
                <a:lnTo>
                  <a:pt x="2698656" y="395629"/>
                </a:lnTo>
                <a:lnTo>
                  <a:pt x="2676415" y="362493"/>
                </a:lnTo>
                <a:lnTo>
                  <a:pt x="2672325" y="335906"/>
                </a:lnTo>
                <a:lnTo>
                  <a:pt x="2673699" y="324658"/>
                </a:lnTo>
                <a:lnTo>
                  <a:pt x="2706165" y="285706"/>
                </a:lnTo>
                <a:lnTo>
                  <a:pt x="2752084" y="275065"/>
                </a:lnTo>
                <a:lnTo>
                  <a:pt x="2896263" y="275065"/>
                </a:lnTo>
                <a:lnTo>
                  <a:pt x="2896263" y="264328"/>
                </a:lnTo>
                <a:lnTo>
                  <a:pt x="2855872" y="264328"/>
                </a:lnTo>
                <a:lnTo>
                  <a:pt x="2850440" y="263849"/>
                </a:lnTo>
                <a:lnTo>
                  <a:pt x="2842835" y="262411"/>
                </a:lnTo>
                <a:lnTo>
                  <a:pt x="2833057" y="260014"/>
                </a:lnTo>
                <a:lnTo>
                  <a:pt x="2802156" y="251514"/>
                </a:lnTo>
                <a:lnTo>
                  <a:pt x="2784677" y="247839"/>
                </a:lnTo>
                <a:lnTo>
                  <a:pt x="2768668" y="245635"/>
                </a:lnTo>
                <a:lnTo>
                  <a:pt x="2754129" y="244900"/>
                </a:lnTo>
                <a:close/>
              </a:path>
              <a:path w="2931795" h="741680">
                <a:moveTo>
                  <a:pt x="2896263" y="275065"/>
                </a:moveTo>
                <a:lnTo>
                  <a:pt x="2752084" y="275065"/>
                </a:lnTo>
                <a:lnTo>
                  <a:pt x="2774548" y="276758"/>
                </a:lnTo>
                <a:lnTo>
                  <a:pt x="2794903" y="281839"/>
                </a:lnTo>
                <a:lnTo>
                  <a:pt x="2829286" y="302162"/>
                </a:lnTo>
                <a:lnTo>
                  <a:pt x="2857150" y="341275"/>
                </a:lnTo>
                <a:lnTo>
                  <a:pt x="2879391" y="404417"/>
                </a:lnTo>
                <a:lnTo>
                  <a:pt x="2896263" y="404417"/>
                </a:lnTo>
                <a:lnTo>
                  <a:pt x="2896263" y="275065"/>
                </a:lnTo>
                <a:close/>
              </a:path>
              <a:path w="2931795" h="741680">
                <a:moveTo>
                  <a:pt x="2896263" y="244900"/>
                </a:moveTo>
                <a:lnTo>
                  <a:pt x="2879391" y="244900"/>
                </a:lnTo>
                <a:lnTo>
                  <a:pt x="2875301" y="253080"/>
                </a:lnTo>
                <a:lnTo>
                  <a:pt x="2871722" y="258363"/>
                </a:lnTo>
                <a:lnTo>
                  <a:pt x="2865586" y="263135"/>
                </a:lnTo>
                <a:lnTo>
                  <a:pt x="2861326" y="264328"/>
                </a:lnTo>
                <a:lnTo>
                  <a:pt x="2896263" y="264328"/>
                </a:lnTo>
                <a:lnTo>
                  <a:pt x="2896263" y="244900"/>
                </a:lnTo>
                <a:close/>
              </a:path>
            </a:pathLst>
          </a:custGeom>
          <a:solidFill>
            <a:srgbClr val="1111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6499" y="1797253"/>
            <a:ext cx="4084516" cy="3928094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1403096" y="1340274"/>
            <a:ext cx="7350125" cy="4643755"/>
          </a:xfrm>
          <a:custGeom>
            <a:avLst/>
            <a:gdLst/>
            <a:ahLst/>
            <a:cxnLst/>
            <a:rect l="l" t="t" r="r" b="b"/>
            <a:pathLst>
              <a:path w="7350125" h="4643755">
                <a:moveTo>
                  <a:pt x="7350087" y="0"/>
                </a:moveTo>
                <a:lnTo>
                  <a:pt x="7308202" y="0"/>
                </a:lnTo>
                <a:lnTo>
                  <a:pt x="7308202" y="41884"/>
                </a:lnTo>
                <a:lnTo>
                  <a:pt x="7308202" y="4601248"/>
                </a:lnTo>
                <a:lnTo>
                  <a:pt x="41884" y="4601248"/>
                </a:lnTo>
                <a:lnTo>
                  <a:pt x="41884" y="41884"/>
                </a:lnTo>
                <a:lnTo>
                  <a:pt x="7308202" y="41884"/>
                </a:lnTo>
                <a:lnTo>
                  <a:pt x="7308202" y="0"/>
                </a:lnTo>
                <a:lnTo>
                  <a:pt x="41884" y="0"/>
                </a:lnTo>
                <a:lnTo>
                  <a:pt x="0" y="0"/>
                </a:lnTo>
                <a:lnTo>
                  <a:pt x="0" y="4643132"/>
                </a:lnTo>
                <a:lnTo>
                  <a:pt x="41884" y="4643132"/>
                </a:lnTo>
                <a:lnTo>
                  <a:pt x="7308202" y="4643132"/>
                </a:lnTo>
                <a:lnTo>
                  <a:pt x="7350087" y="4643132"/>
                </a:lnTo>
                <a:lnTo>
                  <a:pt x="73500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47287" y="1706754"/>
            <a:ext cx="7812535" cy="3914900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9068638" y="1340274"/>
            <a:ext cx="9287510" cy="4643755"/>
          </a:xfrm>
          <a:custGeom>
            <a:avLst/>
            <a:gdLst/>
            <a:ahLst/>
            <a:cxnLst/>
            <a:rect l="l" t="t" r="r" b="b"/>
            <a:pathLst>
              <a:path w="9287510" h="4643755">
                <a:moveTo>
                  <a:pt x="9287205" y="0"/>
                </a:moveTo>
                <a:lnTo>
                  <a:pt x="9245321" y="0"/>
                </a:lnTo>
                <a:lnTo>
                  <a:pt x="9245321" y="41884"/>
                </a:lnTo>
                <a:lnTo>
                  <a:pt x="9245321" y="4601248"/>
                </a:lnTo>
                <a:lnTo>
                  <a:pt x="41884" y="4601248"/>
                </a:lnTo>
                <a:lnTo>
                  <a:pt x="41884" y="41884"/>
                </a:lnTo>
                <a:lnTo>
                  <a:pt x="9245321" y="41884"/>
                </a:lnTo>
                <a:lnTo>
                  <a:pt x="9245321" y="0"/>
                </a:lnTo>
                <a:lnTo>
                  <a:pt x="41884" y="0"/>
                </a:lnTo>
                <a:lnTo>
                  <a:pt x="0" y="0"/>
                </a:lnTo>
                <a:lnTo>
                  <a:pt x="0" y="4643132"/>
                </a:lnTo>
                <a:lnTo>
                  <a:pt x="41884" y="4643132"/>
                </a:lnTo>
                <a:lnTo>
                  <a:pt x="9245321" y="4643132"/>
                </a:lnTo>
                <a:lnTo>
                  <a:pt x="9287205" y="4643132"/>
                </a:lnTo>
                <a:lnTo>
                  <a:pt x="92872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19270" y="6638541"/>
            <a:ext cx="12156697" cy="4129749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1403098" y="6372239"/>
            <a:ext cx="16908780" cy="4643755"/>
            <a:chOff x="1403098" y="6372239"/>
            <a:chExt cx="16908780" cy="4643755"/>
          </a:xfrm>
        </p:grpSpPr>
        <p:sp>
          <p:nvSpPr>
            <p:cNvPr id="9" name="object 9" descr=""/>
            <p:cNvSpPr/>
            <p:nvPr/>
          </p:nvSpPr>
          <p:spPr>
            <a:xfrm>
              <a:off x="1403096" y="6372243"/>
              <a:ext cx="16908780" cy="4643755"/>
            </a:xfrm>
            <a:custGeom>
              <a:avLst/>
              <a:gdLst/>
              <a:ahLst/>
              <a:cxnLst/>
              <a:rect l="l" t="t" r="r" b="b"/>
              <a:pathLst>
                <a:path w="16908780" h="4643755">
                  <a:moveTo>
                    <a:pt x="16908349" y="0"/>
                  </a:moveTo>
                  <a:lnTo>
                    <a:pt x="16866464" y="0"/>
                  </a:lnTo>
                  <a:lnTo>
                    <a:pt x="16866464" y="41884"/>
                  </a:lnTo>
                  <a:lnTo>
                    <a:pt x="16866464" y="4601248"/>
                  </a:lnTo>
                  <a:lnTo>
                    <a:pt x="41884" y="4601248"/>
                  </a:lnTo>
                  <a:lnTo>
                    <a:pt x="41884" y="41884"/>
                  </a:lnTo>
                  <a:lnTo>
                    <a:pt x="16866464" y="41884"/>
                  </a:lnTo>
                  <a:lnTo>
                    <a:pt x="16866464" y="0"/>
                  </a:lnTo>
                  <a:lnTo>
                    <a:pt x="41884" y="0"/>
                  </a:lnTo>
                  <a:lnTo>
                    <a:pt x="0" y="0"/>
                  </a:lnTo>
                  <a:lnTo>
                    <a:pt x="0" y="4643132"/>
                  </a:lnTo>
                  <a:lnTo>
                    <a:pt x="41884" y="4643132"/>
                  </a:lnTo>
                  <a:lnTo>
                    <a:pt x="16866464" y="4643132"/>
                  </a:lnTo>
                  <a:lnTo>
                    <a:pt x="16908349" y="4643132"/>
                  </a:lnTo>
                  <a:lnTo>
                    <a:pt x="169083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952720" y="9591338"/>
              <a:ext cx="10104755" cy="534035"/>
            </a:xfrm>
            <a:custGeom>
              <a:avLst/>
              <a:gdLst/>
              <a:ahLst/>
              <a:cxnLst/>
              <a:rect l="l" t="t" r="r" b="b"/>
              <a:pathLst>
                <a:path w="10104755" h="534034">
                  <a:moveTo>
                    <a:pt x="6062650" y="115176"/>
                  </a:moveTo>
                  <a:lnTo>
                    <a:pt x="0" y="115176"/>
                  </a:lnTo>
                  <a:lnTo>
                    <a:pt x="0" y="376948"/>
                  </a:lnTo>
                  <a:lnTo>
                    <a:pt x="1633461" y="376948"/>
                  </a:lnTo>
                  <a:lnTo>
                    <a:pt x="1633461" y="471182"/>
                  </a:lnTo>
                  <a:lnTo>
                    <a:pt x="3036557" y="471182"/>
                  </a:lnTo>
                  <a:lnTo>
                    <a:pt x="3036557" y="376948"/>
                  </a:lnTo>
                  <a:lnTo>
                    <a:pt x="6062650" y="376948"/>
                  </a:lnTo>
                  <a:lnTo>
                    <a:pt x="6062650" y="115176"/>
                  </a:lnTo>
                  <a:close/>
                </a:path>
                <a:path w="10104755" h="534034">
                  <a:moveTo>
                    <a:pt x="10104412" y="0"/>
                  </a:moveTo>
                  <a:lnTo>
                    <a:pt x="7183031" y="0"/>
                  </a:lnTo>
                  <a:lnTo>
                    <a:pt x="7183031" y="481660"/>
                  </a:lnTo>
                  <a:lnTo>
                    <a:pt x="7884579" y="481660"/>
                  </a:lnTo>
                  <a:lnTo>
                    <a:pt x="7884579" y="534009"/>
                  </a:lnTo>
                  <a:lnTo>
                    <a:pt x="9287675" y="534009"/>
                  </a:lnTo>
                  <a:lnTo>
                    <a:pt x="9287675" y="481660"/>
                  </a:lnTo>
                  <a:lnTo>
                    <a:pt x="10104412" y="481660"/>
                  </a:lnTo>
                  <a:lnTo>
                    <a:pt x="101044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47650" y="3382095"/>
            <a:ext cx="1489075" cy="254635"/>
          </a:xfrm>
          <a:custGeom>
            <a:avLst/>
            <a:gdLst/>
            <a:ahLst/>
            <a:cxnLst/>
            <a:rect l="l" t="t" r="r" b="b"/>
            <a:pathLst>
              <a:path w="1489075" h="254635">
                <a:moveTo>
                  <a:pt x="31412" y="13088"/>
                </a:moveTo>
                <a:lnTo>
                  <a:pt x="0" y="13088"/>
                </a:lnTo>
                <a:lnTo>
                  <a:pt x="57753" y="251301"/>
                </a:lnTo>
                <a:lnTo>
                  <a:pt x="63643" y="251301"/>
                </a:lnTo>
                <a:lnTo>
                  <a:pt x="73775" y="207594"/>
                </a:lnTo>
                <a:lnTo>
                  <a:pt x="69042" y="176041"/>
                </a:lnTo>
                <a:lnTo>
                  <a:pt x="31412" y="13088"/>
                </a:lnTo>
                <a:close/>
              </a:path>
              <a:path w="1489075" h="254635">
                <a:moveTo>
                  <a:pt x="73775" y="207594"/>
                </a:moveTo>
                <a:lnTo>
                  <a:pt x="63643" y="251301"/>
                </a:lnTo>
                <a:lnTo>
                  <a:pt x="80331" y="251301"/>
                </a:lnTo>
                <a:lnTo>
                  <a:pt x="73879" y="208291"/>
                </a:lnTo>
                <a:lnTo>
                  <a:pt x="73775" y="207594"/>
                </a:lnTo>
                <a:close/>
              </a:path>
              <a:path w="1489075" h="254635">
                <a:moveTo>
                  <a:pt x="131376" y="13088"/>
                </a:moveTo>
                <a:lnTo>
                  <a:pt x="127613" y="13088"/>
                </a:lnTo>
                <a:lnTo>
                  <a:pt x="80331" y="179313"/>
                </a:lnTo>
                <a:lnTo>
                  <a:pt x="73775" y="207594"/>
                </a:lnTo>
                <a:lnTo>
                  <a:pt x="80331" y="251301"/>
                </a:lnTo>
                <a:lnTo>
                  <a:pt x="86384" y="251301"/>
                </a:lnTo>
                <a:lnTo>
                  <a:pt x="137266" y="77713"/>
                </a:lnTo>
                <a:lnTo>
                  <a:pt x="141006" y="59475"/>
                </a:lnTo>
                <a:lnTo>
                  <a:pt x="131376" y="13088"/>
                </a:lnTo>
                <a:close/>
              </a:path>
              <a:path w="1489075" h="254635">
                <a:moveTo>
                  <a:pt x="153954" y="13088"/>
                </a:moveTo>
                <a:lnTo>
                  <a:pt x="150518" y="13088"/>
                </a:lnTo>
                <a:lnTo>
                  <a:pt x="141006" y="59475"/>
                </a:lnTo>
                <a:lnTo>
                  <a:pt x="144792" y="77713"/>
                </a:lnTo>
                <a:lnTo>
                  <a:pt x="193874" y="251301"/>
                </a:lnTo>
                <a:lnTo>
                  <a:pt x="199928" y="251301"/>
                </a:lnTo>
                <a:lnTo>
                  <a:pt x="206645" y="208291"/>
                </a:lnTo>
                <a:lnTo>
                  <a:pt x="199928" y="179313"/>
                </a:lnTo>
                <a:lnTo>
                  <a:pt x="153954" y="13088"/>
                </a:lnTo>
                <a:close/>
              </a:path>
              <a:path w="1489075" h="254635">
                <a:moveTo>
                  <a:pt x="206645" y="208291"/>
                </a:moveTo>
                <a:lnTo>
                  <a:pt x="199928" y="251301"/>
                </a:lnTo>
                <a:lnTo>
                  <a:pt x="216616" y="251301"/>
                </a:lnTo>
                <a:lnTo>
                  <a:pt x="206645" y="208291"/>
                </a:lnTo>
                <a:close/>
              </a:path>
              <a:path w="1489075" h="254635">
                <a:moveTo>
                  <a:pt x="280096" y="13088"/>
                </a:moveTo>
                <a:lnTo>
                  <a:pt x="248519" y="13088"/>
                </a:lnTo>
                <a:lnTo>
                  <a:pt x="211708" y="175878"/>
                </a:lnTo>
                <a:lnTo>
                  <a:pt x="206754" y="207594"/>
                </a:lnTo>
                <a:lnTo>
                  <a:pt x="206645" y="208291"/>
                </a:lnTo>
                <a:lnTo>
                  <a:pt x="216616" y="251301"/>
                </a:lnTo>
                <a:lnTo>
                  <a:pt x="222506" y="251301"/>
                </a:lnTo>
                <a:lnTo>
                  <a:pt x="280096" y="13088"/>
                </a:lnTo>
                <a:close/>
              </a:path>
              <a:path w="1489075" h="254635">
                <a:moveTo>
                  <a:pt x="150518" y="13088"/>
                </a:moveTo>
                <a:lnTo>
                  <a:pt x="131376" y="13088"/>
                </a:lnTo>
                <a:lnTo>
                  <a:pt x="141006" y="59475"/>
                </a:lnTo>
                <a:lnTo>
                  <a:pt x="150518" y="13088"/>
                </a:lnTo>
                <a:close/>
              </a:path>
              <a:path w="1489075" h="254635">
                <a:moveTo>
                  <a:pt x="371474" y="71005"/>
                </a:moveTo>
                <a:lnTo>
                  <a:pt x="363492" y="71414"/>
                </a:lnTo>
                <a:lnTo>
                  <a:pt x="363895" y="71414"/>
                </a:lnTo>
                <a:lnTo>
                  <a:pt x="356046" y="72641"/>
                </a:lnTo>
                <a:lnTo>
                  <a:pt x="356368" y="72641"/>
                </a:lnTo>
                <a:lnTo>
                  <a:pt x="349694" y="74410"/>
                </a:lnTo>
                <a:lnTo>
                  <a:pt x="342679" y="77059"/>
                </a:lnTo>
                <a:lnTo>
                  <a:pt x="312616" y="101109"/>
                </a:lnTo>
                <a:lnTo>
                  <a:pt x="295683" y="141725"/>
                </a:lnTo>
                <a:lnTo>
                  <a:pt x="294177" y="171297"/>
                </a:lnTo>
                <a:lnTo>
                  <a:pt x="294416" y="177405"/>
                </a:lnTo>
                <a:lnTo>
                  <a:pt x="294445" y="178148"/>
                </a:lnTo>
                <a:lnTo>
                  <a:pt x="306767" y="218007"/>
                </a:lnTo>
                <a:lnTo>
                  <a:pt x="334672" y="244848"/>
                </a:lnTo>
                <a:lnTo>
                  <a:pt x="366975" y="254266"/>
                </a:lnTo>
                <a:lnTo>
                  <a:pt x="368272" y="254266"/>
                </a:lnTo>
                <a:lnTo>
                  <a:pt x="375400" y="254573"/>
                </a:lnTo>
                <a:lnTo>
                  <a:pt x="414284" y="246393"/>
                </a:lnTo>
                <a:lnTo>
                  <a:pt x="434903" y="229868"/>
                </a:lnTo>
                <a:lnTo>
                  <a:pt x="368747" y="229868"/>
                </a:lnTo>
                <a:lnTo>
                  <a:pt x="361330" y="228287"/>
                </a:lnTo>
                <a:lnTo>
                  <a:pt x="330354" y="200037"/>
                </a:lnTo>
                <a:lnTo>
                  <a:pt x="324518" y="171297"/>
                </a:lnTo>
                <a:lnTo>
                  <a:pt x="312084" y="171297"/>
                </a:lnTo>
                <a:lnTo>
                  <a:pt x="312084" y="146592"/>
                </a:lnTo>
                <a:lnTo>
                  <a:pt x="325448" y="146592"/>
                </a:lnTo>
                <a:lnTo>
                  <a:pt x="326451" y="140201"/>
                </a:lnTo>
                <a:lnTo>
                  <a:pt x="346715" y="103127"/>
                </a:lnTo>
                <a:lnTo>
                  <a:pt x="352495" y="100291"/>
                </a:lnTo>
                <a:lnTo>
                  <a:pt x="358276" y="97346"/>
                </a:lnTo>
                <a:lnTo>
                  <a:pt x="364602" y="95874"/>
                </a:lnTo>
                <a:lnTo>
                  <a:pt x="426937" y="95874"/>
                </a:lnTo>
                <a:lnTo>
                  <a:pt x="422202" y="90311"/>
                </a:lnTo>
                <a:lnTo>
                  <a:pt x="380636" y="71414"/>
                </a:lnTo>
                <a:lnTo>
                  <a:pt x="371474" y="71005"/>
                </a:lnTo>
                <a:close/>
              </a:path>
              <a:path w="1489075" h="254635">
                <a:moveTo>
                  <a:pt x="423665" y="205818"/>
                </a:moveTo>
                <a:lnTo>
                  <a:pt x="391670" y="228287"/>
                </a:lnTo>
                <a:lnTo>
                  <a:pt x="391527" y="228287"/>
                </a:lnTo>
                <a:lnTo>
                  <a:pt x="384746" y="229459"/>
                </a:lnTo>
                <a:lnTo>
                  <a:pt x="377036" y="229868"/>
                </a:lnTo>
                <a:lnTo>
                  <a:pt x="434903" y="229868"/>
                </a:lnTo>
                <a:lnTo>
                  <a:pt x="438147" y="226187"/>
                </a:lnTo>
                <a:lnTo>
                  <a:pt x="441989" y="220379"/>
                </a:lnTo>
                <a:lnTo>
                  <a:pt x="423665" y="205818"/>
                </a:lnTo>
                <a:close/>
              </a:path>
              <a:path w="1489075" h="254635">
                <a:moveTo>
                  <a:pt x="325448" y="146592"/>
                </a:moveTo>
                <a:lnTo>
                  <a:pt x="312084" y="146592"/>
                </a:lnTo>
                <a:lnTo>
                  <a:pt x="312084" y="171297"/>
                </a:lnTo>
                <a:lnTo>
                  <a:pt x="324518" y="171297"/>
                </a:lnTo>
                <a:lnTo>
                  <a:pt x="324640" y="157717"/>
                </a:lnTo>
                <a:lnTo>
                  <a:pt x="324733" y="154353"/>
                </a:lnTo>
                <a:lnTo>
                  <a:pt x="325377" y="147042"/>
                </a:lnTo>
                <a:lnTo>
                  <a:pt x="325448" y="146592"/>
                </a:lnTo>
                <a:close/>
              </a:path>
              <a:path w="1489075" h="254635">
                <a:moveTo>
                  <a:pt x="426937" y="95874"/>
                </a:moveTo>
                <a:lnTo>
                  <a:pt x="371474" y="95874"/>
                </a:lnTo>
                <a:lnTo>
                  <a:pt x="378836" y="96323"/>
                </a:lnTo>
                <a:lnTo>
                  <a:pt x="385380" y="97673"/>
                </a:lnTo>
                <a:lnTo>
                  <a:pt x="409104" y="121396"/>
                </a:lnTo>
                <a:lnTo>
                  <a:pt x="411939" y="128813"/>
                </a:lnTo>
                <a:lnTo>
                  <a:pt x="413575" y="136448"/>
                </a:lnTo>
                <a:lnTo>
                  <a:pt x="414012" y="144301"/>
                </a:lnTo>
                <a:lnTo>
                  <a:pt x="414012" y="146592"/>
                </a:lnTo>
                <a:lnTo>
                  <a:pt x="325448" y="146592"/>
                </a:lnTo>
                <a:lnTo>
                  <a:pt x="325377" y="147042"/>
                </a:lnTo>
                <a:lnTo>
                  <a:pt x="324733" y="154353"/>
                </a:lnTo>
                <a:lnTo>
                  <a:pt x="324640" y="157717"/>
                </a:lnTo>
                <a:lnTo>
                  <a:pt x="324518" y="171297"/>
                </a:lnTo>
                <a:lnTo>
                  <a:pt x="444279" y="171297"/>
                </a:lnTo>
                <a:lnTo>
                  <a:pt x="441886" y="131397"/>
                </a:lnTo>
                <a:lnTo>
                  <a:pt x="440101" y="123687"/>
                </a:lnTo>
                <a:lnTo>
                  <a:pt x="440025" y="123360"/>
                </a:lnTo>
                <a:lnTo>
                  <a:pt x="437612" y="115691"/>
                </a:lnTo>
                <a:lnTo>
                  <a:pt x="434626" y="108553"/>
                </a:lnTo>
                <a:lnTo>
                  <a:pt x="431068" y="101947"/>
                </a:lnTo>
                <a:lnTo>
                  <a:pt x="426937" y="95874"/>
                </a:lnTo>
                <a:close/>
              </a:path>
              <a:path w="1489075" h="254635">
                <a:moveTo>
                  <a:pt x="545801" y="71005"/>
                </a:moveTo>
                <a:lnTo>
                  <a:pt x="537820" y="71414"/>
                </a:lnTo>
                <a:lnTo>
                  <a:pt x="538222" y="71414"/>
                </a:lnTo>
                <a:lnTo>
                  <a:pt x="530373" y="72641"/>
                </a:lnTo>
                <a:lnTo>
                  <a:pt x="530695" y="72641"/>
                </a:lnTo>
                <a:lnTo>
                  <a:pt x="524021" y="74410"/>
                </a:lnTo>
                <a:lnTo>
                  <a:pt x="517006" y="77059"/>
                </a:lnTo>
                <a:lnTo>
                  <a:pt x="486943" y="101109"/>
                </a:lnTo>
                <a:lnTo>
                  <a:pt x="470010" y="141725"/>
                </a:lnTo>
                <a:lnTo>
                  <a:pt x="468504" y="171297"/>
                </a:lnTo>
                <a:lnTo>
                  <a:pt x="468743" y="177405"/>
                </a:lnTo>
                <a:lnTo>
                  <a:pt x="481094" y="218007"/>
                </a:lnTo>
                <a:lnTo>
                  <a:pt x="508999" y="244848"/>
                </a:lnTo>
                <a:lnTo>
                  <a:pt x="541302" y="254266"/>
                </a:lnTo>
                <a:lnTo>
                  <a:pt x="542599" y="254266"/>
                </a:lnTo>
                <a:lnTo>
                  <a:pt x="549728" y="254573"/>
                </a:lnTo>
                <a:lnTo>
                  <a:pt x="588612" y="246393"/>
                </a:lnTo>
                <a:lnTo>
                  <a:pt x="609230" y="229868"/>
                </a:lnTo>
                <a:lnTo>
                  <a:pt x="543074" y="229868"/>
                </a:lnTo>
                <a:lnTo>
                  <a:pt x="535657" y="228287"/>
                </a:lnTo>
                <a:lnTo>
                  <a:pt x="504681" y="200037"/>
                </a:lnTo>
                <a:lnTo>
                  <a:pt x="498846" y="171297"/>
                </a:lnTo>
                <a:lnTo>
                  <a:pt x="486411" y="171297"/>
                </a:lnTo>
                <a:lnTo>
                  <a:pt x="486411" y="146592"/>
                </a:lnTo>
                <a:lnTo>
                  <a:pt x="499775" y="146592"/>
                </a:lnTo>
                <a:lnTo>
                  <a:pt x="500778" y="140201"/>
                </a:lnTo>
                <a:lnTo>
                  <a:pt x="521042" y="103127"/>
                </a:lnTo>
                <a:lnTo>
                  <a:pt x="526822" y="100291"/>
                </a:lnTo>
                <a:lnTo>
                  <a:pt x="532603" y="97346"/>
                </a:lnTo>
                <a:lnTo>
                  <a:pt x="538929" y="95874"/>
                </a:lnTo>
                <a:lnTo>
                  <a:pt x="601264" y="95874"/>
                </a:lnTo>
                <a:lnTo>
                  <a:pt x="596530" y="90311"/>
                </a:lnTo>
                <a:lnTo>
                  <a:pt x="554963" y="71414"/>
                </a:lnTo>
                <a:lnTo>
                  <a:pt x="545801" y="71005"/>
                </a:lnTo>
                <a:close/>
              </a:path>
              <a:path w="1489075" h="254635">
                <a:moveTo>
                  <a:pt x="597992" y="205818"/>
                </a:moveTo>
                <a:lnTo>
                  <a:pt x="565997" y="228287"/>
                </a:lnTo>
                <a:lnTo>
                  <a:pt x="565855" y="228287"/>
                </a:lnTo>
                <a:lnTo>
                  <a:pt x="559074" y="229459"/>
                </a:lnTo>
                <a:lnTo>
                  <a:pt x="551364" y="229868"/>
                </a:lnTo>
                <a:lnTo>
                  <a:pt x="609230" y="229868"/>
                </a:lnTo>
                <a:lnTo>
                  <a:pt x="612474" y="226187"/>
                </a:lnTo>
                <a:lnTo>
                  <a:pt x="616316" y="220379"/>
                </a:lnTo>
                <a:lnTo>
                  <a:pt x="597992" y="205818"/>
                </a:lnTo>
                <a:close/>
              </a:path>
              <a:path w="1489075" h="254635">
                <a:moveTo>
                  <a:pt x="499775" y="146592"/>
                </a:moveTo>
                <a:lnTo>
                  <a:pt x="486411" y="146592"/>
                </a:lnTo>
                <a:lnTo>
                  <a:pt x="486411" y="171297"/>
                </a:lnTo>
                <a:lnTo>
                  <a:pt x="498846" y="171297"/>
                </a:lnTo>
                <a:lnTo>
                  <a:pt x="498967" y="157717"/>
                </a:lnTo>
                <a:lnTo>
                  <a:pt x="499060" y="154353"/>
                </a:lnTo>
                <a:lnTo>
                  <a:pt x="499705" y="147042"/>
                </a:lnTo>
                <a:lnTo>
                  <a:pt x="499775" y="146592"/>
                </a:lnTo>
                <a:close/>
              </a:path>
              <a:path w="1489075" h="254635">
                <a:moveTo>
                  <a:pt x="601264" y="95874"/>
                </a:moveTo>
                <a:lnTo>
                  <a:pt x="545801" y="95874"/>
                </a:lnTo>
                <a:lnTo>
                  <a:pt x="553163" y="96323"/>
                </a:lnTo>
                <a:lnTo>
                  <a:pt x="559708" y="97673"/>
                </a:lnTo>
                <a:lnTo>
                  <a:pt x="583431" y="121396"/>
                </a:lnTo>
                <a:lnTo>
                  <a:pt x="586267" y="128813"/>
                </a:lnTo>
                <a:lnTo>
                  <a:pt x="587903" y="136448"/>
                </a:lnTo>
                <a:lnTo>
                  <a:pt x="588339" y="144301"/>
                </a:lnTo>
                <a:lnTo>
                  <a:pt x="588339" y="146592"/>
                </a:lnTo>
                <a:lnTo>
                  <a:pt x="499775" y="146592"/>
                </a:lnTo>
                <a:lnTo>
                  <a:pt x="499705" y="147042"/>
                </a:lnTo>
                <a:lnTo>
                  <a:pt x="499060" y="154353"/>
                </a:lnTo>
                <a:lnTo>
                  <a:pt x="498967" y="157717"/>
                </a:lnTo>
                <a:lnTo>
                  <a:pt x="498846" y="171297"/>
                </a:lnTo>
                <a:lnTo>
                  <a:pt x="618606" y="171297"/>
                </a:lnTo>
                <a:lnTo>
                  <a:pt x="618508" y="154353"/>
                </a:lnTo>
                <a:lnTo>
                  <a:pt x="618429" y="151633"/>
                </a:lnTo>
                <a:lnTo>
                  <a:pt x="618340" y="148576"/>
                </a:lnTo>
                <a:lnTo>
                  <a:pt x="608953" y="108553"/>
                </a:lnTo>
                <a:lnTo>
                  <a:pt x="605395" y="101947"/>
                </a:lnTo>
                <a:lnTo>
                  <a:pt x="601264" y="95874"/>
                </a:lnTo>
                <a:close/>
              </a:path>
              <a:path w="1489075" h="254635">
                <a:moveTo>
                  <a:pt x="681026" y="0"/>
                </a:moveTo>
                <a:lnTo>
                  <a:pt x="650595" y="0"/>
                </a:lnTo>
                <a:lnTo>
                  <a:pt x="650595" y="251301"/>
                </a:lnTo>
                <a:lnTo>
                  <a:pt x="681026" y="251301"/>
                </a:lnTo>
                <a:lnTo>
                  <a:pt x="681026" y="201728"/>
                </a:lnTo>
                <a:lnTo>
                  <a:pt x="668755" y="201728"/>
                </a:lnTo>
                <a:lnTo>
                  <a:pt x="666301" y="169497"/>
                </a:lnTo>
                <a:lnTo>
                  <a:pt x="681026" y="151890"/>
                </a:lnTo>
                <a:lnTo>
                  <a:pt x="681026" y="0"/>
                </a:lnTo>
                <a:close/>
              </a:path>
              <a:path w="1489075" h="254635">
                <a:moveTo>
                  <a:pt x="720189" y="148081"/>
                </a:moveTo>
                <a:lnTo>
                  <a:pt x="711948" y="156899"/>
                </a:lnTo>
                <a:lnTo>
                  <a:pt x="700101" y="169195"/>
                </a:lnTo>
                <a:lnTo>
                  <a:pt x="761521" y="251301"/>
                </a:lnTo>
                <a:lnTo>
                  <a:pt x="797187" y="251301"/>
                </a:lnTo>
                <a:lnTo>
                  <a:pt x="720189" y="148081"/>
                </a:lnTo>
                <a:close/>
              </a:path>
              <a:path w="1489075" h="254635">
                <a:moveTo>
                  <a:pt x="681026" y="151890"/>
                </a:moveTo>
                <a:lnTo>
                  <a:pt x="666301" y="169497"/>
                </a:lnTo>
                <a:lnTo>
                  <a:pt x="668755" y="201728"/>
                </a:lnTo>
                <a:lnTo>
                  <a:pt x="681026" y="188992"/>
                </a:lnTo>
                <a:lnTo>
                  <a:pt x="681026" y="151890"/>
                </a:lnTo>
                <a:close/>
              </a:path>
              <a:path w="1489075" h="254635">
                <a:moveTo>
                  <a:pt x="681026" y="188992"/>
                </a:moveTo>
                <a:lnTo>
                  <a:pt x="668755" y="201728"/>
                </a:lnTo>
                <a:lnTo>
                  <a:pt x="681026" y="201728"/>
                </a:lnTo>
                <a:lnTo>
                  <a:pt x="681026" y="188992"/>
                </a:lnTo>
                <a:close/>
              </a:path>
              <a:path w="1489075" h="254635">
                <a:moveTo>
                  <a:pt x="789171" y="74277"/>
                </a:moveTo>
                <a:lnTo>
                  <a:pt x="752195" y="74277"/>
                </a:lnTo>
                <a:lnTo>
                  <a:pt x="697223" y="132522"/>
                </a:lnTo>
                <a:lnTo>
                  <a:pt x="681026" y="151890"/>
                </a:lnTo>
                <a:lnTo>
                  <a:pt x="681026" y="188992"/>
                </a:lnTo>
                <a:lnTo>
                  <a:pt x="700101" y="169195"/>
                </a:lnTo>
                <a:lnTo>
                  <a:pt x="698368" y="166879"/>
                </a:lnTo>
                <a:lnTo>
                  <a:pt x="714075" y="139884"/>
                </a:lnTo>
                <a:lnTo>
                  <a:pt x="727851" y="139884"/>
                </a:lnTo>
                <a:lnTo>
                  <a:pt x="789171" y="74277"/>
                </a:lnTo>
                <a:close/>
              </a:path>
              <a:path w="1489075" h="254635">
                <a:moveTo>
                  <a:pt x="714075" y="139884"/>
                </a:moveTo>
                <a:lnTo>
                  <a:pt x="698368" y="166879"/>
                </a:lnTo>
                <a:lnTo>
                  <a:pt x="700101" y="169195"/>
                </a:lnTo>
                <a:lnTo>
                  <a:pt x="711948" y="156899"/>
                </a:lnTo>
                <a:lnTo>
                  <a:pt x="720189" y="148081"/>
                </a:lnTo>
                <a:lnTo>
                  <a:pt x="714075" y="139884"/>
                </a:lnTo>
                <a:close/>
              </a:path>
              <a:path w="1489075" h="254635">
                <a:moveTo>
                  <a:pt x="727851" y="139884"/>
                </a:moveTo>
                <a:lnTo>
                  <a:pt x="714075" y="139884"/>
                </a:lnTo>
                <a:lnTo>
                  <a:pt x="720189" y="148081"/>
                </a:lnTo>
                <a:lnTo>
                  <a:pt x="727851" y="139884"/>
                </a:lnTo>
                <a:close/>
              </a:path>
              <a:path w="1489075" h="254635">
                <a:moveTo>
                  <a:pt x="1026251" y="34684"/>
                </a:moveTo>
                <a:lnTo>
                  <a:pt x="975690" y="34684"/>
                </a:lnTo>
                <a:lnTo>
                  <a:pt x="983216" y="36593"/>
                </a:lnTo>
                <a:lnTo>
                  <a:pt x="995650" y="44228"/>
                </a:lnTo>
                <a:lnTo>
                  <a:pt x="1000340" y="49354"/>
                </a:lnTo>
                <a:lnTo>
                  <a:pt x="1003382" y="55544"/>
                </a:lnTo>
                <a:lnTo>
                  <a:pt x="1006775" y="62116"/>
                </a:lnTo>
                <a:lnTo>
                  <a:pt x="1008411" y="69206"/>
                </a:lnTo>
                <a:lnTo>
                  <a:pt x="1008411" y="83276"/>
                </a:lnTo>
                <a:lnTo>
                  <a:pt x="1007321" y="89384"/>
                </a:lnTo>
                <a:lnTo>
                  <a:pt x="1005139" y="95383"/>
                </a:lnTo>
                <a:lnTo>
                  <a:pt x="1003067" y="101273"/>
                </a:lnTo>
                <a:lnTo>
                  <a:pt x="978553" y="134955"/>
                </a:lnTo>
                <a:lnTo>
                  <a:pt x="893722" y="229541"/>
                </a:lnTo>
                <a:lnTo>
                  <a:pt x="893722" y="251301"/>
                </a:lnTo>
                <a:lnTo>
                  <a:pt x="1049640" y="251301"/>
                </a:lnTo>
                <a:lnTo>
                  <a:pt x="1049640" y="226432"/>
                </a:lnTo>
                <a:lnTo>
                  <a:pt x="930207" y="226432"/>
                </a:lnTo>
                <a:lnTo>
                  <a:pt x="994014" y="157226"/>
                </a:lnTo>
                <a:lnTo>
                  <a:pt x="1021391" y="123087"/>
                </a:lnTo>
                <a:lnTo>
                  <a:pt x="1025426" y="115997"/>
                </a:lnTo>
                <a:lnTo>
                  <a:pt x="1029571" y="108908"/>
                </a:lnTo>
                <a:lnTo>
                  <a:pt x="1032789" y="101818"/>
                </a:lnTo>
                <a:lnTo>
                  <a:pt x="1035079" y="94728"/>
                </a:lnTo>
                <a:lnTo>
                  <a:pt x="1037479" y="87530"/>
                </a:lnTo>
                <a:lnTo>
                  <a:pt x="1038679" y="80440"/>
                </a:lnTo>
                <a:lnTo>
                  <a:pt x="1038667" y="73265"/>
                </a:lnTo>
                <a:lnTo>
                  <a:pt x="1038137" y="64195"/>
                </a:lnTo>
                <a:lnTo>
                  <a:pt x="1036557" y="55790"/>
                </a:lnTo>
                <a:lnTo>
                  <a:pt x="1036511" y="55544"/>
                </a:lnTo>
                <a:lnTo>
                  <a:pt x="1033801" y="47507"/>
                </a:lnTo>
                <a:lnTo>
                  <a:pt x="1030007" y="40083"/>
                </a:lnTo>
                <a:lnTo>
                  <a:pt x="1026251" y="34684"/>
                </a:lnTo>
                <a:close/>
              </a:path>
              <a:path w="1489075" h="254635">
                <a:moveTo>
                  <a:pt x="966855" y="9816"/>
                </a:moveTo>
                <a:lnTo>
                  <a:pt x="924153" y="19796"/>
                </a:lnTo>
                <a:lnTo>
                  <a:pt x="894111" y="54859"/>
                </a:lnTo>
                <a:lnTo>
                  <a:pt x="891425" y="63602"/>
                </a:lnTo>
                <a:lnTo>
                  <a:pt x="891350" y="63847"/>
                </a:lnTo>
                <a:lnTo>
                  <a:pt x="889693" y="73265"/>
                </a:lnTo>
                <a:lnTo>
                  <a:pt x="889141" y="83112"/>
                </a:lnTo>
                <a:lnTo>
                  <a:pt x="919409" y="83112"/>
                </a:lnTo>
                <a:lnTo>
                  <a:pt x="919736" y="76200"/>
                </a:lnTo>
                <a:lnTo>
                  <a:pt x="920718" y="69696"/>
                </a:lnTo>
                <a:lnTo>
                  <a:pt x="922194" y="64195"/>
                </a:lnTo>
                <a:lnTo>
                  <a:pt x="922288" y="63847"/>
                </a:lnTo>
                <a:lnTo>
                  <a:pt x="922354" y="63602"/>
                </a:lnTo>
                <a:lnTo>
                  <a:pt x="952294" y="36239"/>
                </a:lnTo>
                <a:lnTo>
                  <a:pt x="966855" y="34684"/>
                </a:lnTo>
                <a:lnTo>
                  <a:pt x="1026251" y="34684"/>
                </a:lnTo>
                <a:lnTo>
                  <a:pt x="1025283" y="33294"/>
                </a:lnTo>
                <a:lnTo>
                  <a:pt x="987797" y="11820"/>
                </a:lnTo>
                <a:lnTo>
                  <a:pt x="978556" y="10440"/>
                </a:lnTo>
                <a:lnTo>
                  <a:pt x="980399" y="10440"/>
                </a:lnTo>
                <a:lnTo>
                  <a:pt x="966855" y="9816"/>
                </a:lnTo>
                <a:close/>
              </a:path>
              <a:path w="1489075" h="254635">
                <a:moveTo>
                  <a:pt x="1224707" y="137593"/>
                </a:moveTo>
                <a:lnTo>
                  <a:pt x="1144866" y="137593"/>
                </a:lnTo>
                <a:lnTo>
                  <a:pt x="1144866" y="162462"/>
                </a:lnTo>
                <a:lnTo>
                  <a:pt x="1224707" y="162462"/>
                </a:lnTo>
                <a:lnTo>
                  <a:pt x="1224707" y="137593"/>
                </a:lnTo>
                <a:close/>
              </a:path>
              <a:path w="1489075" h="254635">
                <a:moveTo>
                  <a:pt x="1455237" y="13088"/>
                </a:moveTo>
                <a:lnTo>
                  <a:pt x="1447711" y="13088"/>
                </a:lnTo>
                <a:lnTo>
                  <a:pt x="1424969" y="54079"/>
                </a:lnTo>
                <a:lnTo>
                  <a:pt x="1424969" y="251301"/>
                </a:lnTo>
                <a:lnTo>
                  <a:pt x="1455237" y="251301"/>
                </a:lnTo>
                <a:lnTo>
                  <a:pt x="1455237" y="13088"/>
                </a:lnTo>
                <a:close/>
              </a:path>
              <a:path w="1489075" h="254635">
                <a:moveTo>
                  <a:pt x="1424969" y="13088"/>
                </a:moveTo>
                <a:lnTo>
                  <a:pt x="1423006" y="13088"/>
                </a:lnTo>
                <a:lnTo>
                  <a:pt x="1316334" y="178168"/>
                </a:lnTo>
                <a:lnTo>
                  <a:pt x="1316334" y="196001"/>
                </a:lnTo>
                <a:lnTo>
                  <a:pt x="1424969" y="196001"/>
                </a:lnTo>
                <a:lnTo>
                  <a:pt x="1424969" y="171133"/>
                </a:lnTo>
                <a:lnTo>
                  <a:pt x="1350691" y="171133"/>
                </a:lnTo>
                <a:lnTo>
                  <a:pt x="1421206" y="60862"/>
                </a:lnTo>
                <a:lnTo>
                  <a:pt x="1424969" y="54079"/>
                </a:lnTo>
                <a:lnTo>
                  <a:pt x="1424969" y="13088"/>
                </a:lnTo>
                <a:close/>
              </a:path>
              <a:path w="1489075" h="254635">
                <a:moveTo>
                  <a:pt x="1488449" y="171133"/>
                </a:moveTo>
                <a:lnTo>
                  <a:pt x="1455237" y="171133"/>
                </a:lnTo>
                <a:lnTo>
                  <a:pt x="1455237" y="196001"/>
                </a:lnTo>
                <a:lnTo>
                  <a:pt x="1488449" y="196001"/>
                </a:lnTo>
                <a:lnTo>
                  <a:pt x="1488449" y="171133"/>
                </a:lnTo>
                <a:close/>
              </a:path>
              <a:path w="1489075" h="254635">
                <a:moveTo>
                  <a:pt x="1447711" y="13088"/>
                </a:moveTo>
                <a:lnTo>
                  <a:pt x="1424969" y="13088"/>
                </a:lnTo>
                <a:lnTo>
                  <a:pt x="1424969" y="54079"/>
                </a:lnTo>
                <a:lnTo>
                  <a:pt x="1447711" y="13088"/>
                </a:lnTo>
                <a:close/>
              </a:path>
            </a:pathLst>
          </a:custGeom>
          <a:solidFill>
            <a:srgbClr val="11111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88886" y="3382095"/>
            <a:ext cx="7547957" cy="321161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837670" y="4575776"/>
            <a:ext cx="16586200" cy="20955"/>
          </a:xfrm>
          <a:custGeom>
            <a:avLst/>
            <a:gdLst/>
            <a:ahLst/>
            <a:cxnLst/>
            <a:rect l="l" t="t" r="r" b="b"/>
            <a:pathLst>
              <a:path w="16586200" h="20954">
                <a:moveTo>
                  <a:pt x="16585882" y="0"/>
                </a:moveTo>
                <a:lnTo>
                  <a:pt x="0" y="0"/>
                </a:lnTo>
                <a:lnTo>
                  <a:pt x="0" y="20941"/>
                </a:lnTo>
                <a:lnTo>
                  <a:pt x="16585882" y="20941"/>
                </a:lnTo>
                <a:lnTo>
                  <a:pt x="16585882" y="0"/>
                </a:lnTo>
                <a:close/>
              </a:path>
            </a:pathLst>
          </a:custGeom>
          <a:solidFill>
            <a:srgbClr val="000000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3397" y="5517993"/>
            <a:ext cx="1548417" cy="254737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92322" y="5500650"/>
            <a:ext cx="10047678" cy="345702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837670" y="6711837"/>
            <a:ext cx="16586200" cy="20955"/>
          </a:xfrm>
          <a:custGeom>
            <a:avLst/>
            <a:gdLst/>
            <a:ahLst/>
            <a:cxnLst/>
            <a:rect l="l" t="t" r="r" b="b"/>
            <a:pathLst>
              <a:path w="16586200" h="20954">
                <a:moveTo>
                  <a:pt x="16585882" y="0"/>
                </a:moveTo>
                <a:lnTo>
                  <a:pt x="0" y="0"/>
                </a:lnTo>
                <a:lnTo>
                  <a:pt x="0" y="20941"/>
                </a:lnTo>
                <a:lnTo>
                  <a:pt x="16585882" y="20941"/>
                </a:lnTo>
                <a:lnTo>
                  <a:pt x="16585882" y="0"/>
                </a:lnTo>
                <a:close/>
              </a:path>
            </a:pathLst>
          </a:custGeom>
          <a:solidFill>
            <a:srgbClr val="000000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3397" y="7654053"/>
            <a:ext cx="1544730" cy="254737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11790" y="7650781"/>
            <a:ext cx="10997943" cy="324597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0" y="0"/>
            <a:ext cx="20104100" cy="1560195"/>
            <a:chOff x="0" y="0"/>
            <a:chExt cx="20104100" cy="1560195"/>
          </a:xfrm>
        </p:grpSpPr>
        <p:sp>
          <p:nvSpPr>
            <p:cNvPr id="11" name="object 11" descr=""/>
            <p:cNvSpPr/>
            <p:nvPr/>
          </p:nvSpPr>
          <p:spPr>
            <a:xfrm>
              <a:off x="0" y="0"/>
              <a:ext cx="20104100" cy="1560195"/>
            </a:xfrm>
            <a:custGeom>
              <a:avLst/>
              <a:gdLst/>
              <a:ahLst/>
              <a:cxnLst/>
              <a:rect l="l" t="t" r="r" b="b"/>
              <a:pathLst>
                <a:path w="20104100" h="1560195">
                  <a:moveTo>
                    <a:pt x="20104099" y="0"/>
                  </a:moveTo>
                  <a:lnTo>
                    <a:pt x="0" y="0"/>
                  </a:lnTo>
                  <a:lnTo>
                    <a:pt x="0" y="1560161"/>
                  </a:lnTo>
                  <a:lnTo>
                    <a:pt x="20104099" y="1560161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1A175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93533" y="403824"/>
              <a:ext cx="7332666" cy="950969"/>
            </a:xfrm>
            <a:prstGeom prst="rect">
              <a:avLst/>
            </a:prstGeom>
          </p:spPr>
        </p:pic>
      </p:grpSp>
      <p:sp>
        <p:nvSpPr>
          <p:cNvPr id="13" name="object 13" descr=""/>
          <p:cNvSpPr/>
          <p:nvPr/>
        </p:nvSpPr>
        <p:spPr>
          <a:xfrm>
            <a:off x="837670" y="8648951"/>
            <a:ext cx="16586200" cy="20955"/>
          </a:xfrm>
          <a:custGeom>
            <a:avLst/>
            <a:gdLst/>
            <a:ahLst/>
            <a:cxnLst/>
            <a:rect l="l" t="t" r="r" b="b"/>
            <a:pathLst>
              <a:path w="16586200" h="20954">
                <a:moveTo>
                  <a:pt x="16585882" y="0"/>
                </a:moveTo>
                <a:lnTo>
                  <a:pt x="0" y="0"/>
                </a:lnTo>
                <a:lnTo>
                  <a:pt x="0" y="20941"/>
                </a:lnTo>
                <a:lnTo>
                  <a:pt x="16585882" y="20941"/>
                </a:lnTo>
                <a:lnTo>
                  <a:pt x="16585882" y="0"/>
                </a:lnTo>
                <a:close/>
              </a:path>
            </a:pathLst>
          </a:custGeom>
          <a:solidFill>
            <a:srgbClr val="000000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555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3583108" y="4693686"/>
            <a:ext cx="11968480" cy="1939289"/>
          </a:xfrm>
          <a:custGeom>
            <a:avLst/>
            <a:gdLst/>
            <a:ahLst/>
            <a:cxnLst/>
            <a:rect l="l" t="t" r="r" b="b"/>
            <a:pathLst>
              <a:path w="11968480" h="1939290">
                <a:moveTo>
                  <a:pt x="916458" y="447364"/>
                </a:moveTo>
                <a:lnTo>
                  <a:pt x="550897" y="447364"/>
                </a:lnTo>
                <a:lnTo>
                  <a:pt x="550897" y="1913441"/>
                </a:lnTo>
                <a:lnTo>
                  <a:pt x="916458" y="1913441"/>
                </a:lnTo>
                <a:lnTo>
                  <a:pt x="916458" y="447364"/>
                </a:lnTo>
                <a:close/>
              </a:path>
              <a:path w="11968480" h="1939290">
                <a:moveTo>
                  <a:pt x="1466077" y="80525"/>
                </a:moveTo>
                <a:lnTo>
                  <a:pt x="0" y="80525"/>
                </a:lnTo>
                <a:lnTo>
                  <a:pt x="0" y="447364"/>
                </a:lnTo>
                <a:lnTo>
                  <a:pt x="1466077" y="447364"/>
                </a:lnTo>
                <a:lnTo>
                  <a:pt x="1466077" y="80525"/>
                </a:lnTo>
                <a:close/>
              </a:path>
              <a:path w="11968480" h="1939290">
                <a:moveTo>
                  <a:pt x="1893706" y="0"/>
                </a:moveTo>
                <a:lnTo>
                  <a:pt x="1544762" y="0"/>
                </a:lnTo>
                <a:lnTo>
                  <a:pt x="1544762" y="1913441"/>
                </a:lnTo>
                <a:lnTo>
                  <a:pt x="1893706" y="1913441"/>
                </a:lnTo>
                <a:lnTo>
                  <a:pt x="1893706" y="1131193"/>
                </a:lnTo>
                <a:lnTo>
                  <a:pt x="1894984" y="1104750"/>
                </a:lnTo>
                <a:lnTo>
                  <a:pt x="1905210" y="1054262"/>
                </a:lnTo>
                <a:lnTo>
                  <a:pt x="1925341" y="1006729"/>
                </a:lnTo>
                <a:lnTo>
                  <a:pt x="1953461" y="964549"/>
                </a:lnTo>
                <a:lnTo>
                  <a:pt x="1989091" y="928920"/>
                </a:lnTo>
                <a:lnTo>
                  <a:pt x="2031271" y="900800"/>
                </a:lnTo>
                <a:lnTo>
                  <a:pt x="2079442" y="880668"/>
                </a:lnTo>
                <a:lnTo>
                  <a:pt x="2131209" y="870443"/>
                </a:lnTo>
                <a:lnTo>
                  <a:pt x="2158290" y="869165"/>
                </a:lnTo>
                <a:lnTo>
                  <a:pt x="2708135" y="869165"/>
                </a:lnTo>
                <a:lnTo>
                  <a:pt x="2699064" y="849634"/>
                </a:lnTo>
                <a:lnTo>
                  <a:pt x="2675853" y="808170"/>
                </a:lnTo>
                <a:lnTo>
                  <a:pt x="2649778" y="769057"/>
                </a:lnTo>
                <a:lnTo>
                  <a:pt x="2620840" y="732297"/>
                </a:lnTo>
                <a:lnTo>
                  <a:pt x="2589038" y="697888"/>
                </a:lnTo>
                <a:lnTo>
                  <a:pt x="2555141" y="665627"/>
                </a:lnTo>
                <a:lnTo>
                  <a:pt x="2518892" y="636331"/>
                </a:lnTo>
                <a:lnTo>
                  <a:pt x="2480290" y="610000"/>
                </a:lnTo>
                <a:lnTo>
                  <a:pt x="2470792" y="604581"/>
                </a:lnTo>
                <a:lnTo>
                  <a:pt x="1893706" y="604581"/>
                </a:lnTo>
                <a:lnTo>
                  <a:pt x="1893706" y="0"/>
                </a:lnTo>
                <a:close/>
              </a:path>
              <a:path w="11968480" h="1939290">
                <a:moveTo>
                  <a:pt x="2708135" y="869165"/>
                </a:moveTo>
                <a:lnTo>
                  <a:pt x="2158290" y="869165"/>
                </a:lnTo>
                <a:lnTo>
                  <a:pt x="2184733" y="870443"/>
                </a:lnTo>
                <a:lnTo>
                  <a:pt x="2210376" y="874278"/>
                </a:lnTo>
                <a:lnTo>
                  <a:pt x="2259267" y="889616"/>
                </a:lnTo>
                <a:lnTo>
                  <a:pt x="2303684" y="913901"/>
                </a:lnTo>
                <a:lnTo>
                  <a:pt x="2342349" y="945856"/>
                </a:lnTo>
                <a:lnTo>
                  <a:pt x="2374319" y="984866"/>
                </a:lnTo>
                <a:lnTo>
                  <a:pt x="2398589" y="1030216"/>
                </a:lnTo>
                <a:lnTo>
                  <a:pt x="2413927" y="1079107"/>
                </a:lnTo>
                <a:lnTo>
                  <a:pt x="2419040" y="1131193"/>
                </a:lnTo>
                <a:lnTo>
                  <a:pt x="2416484" y="1131193"/>
                </a:lnTo>
                <a:lnTo>
                  <a:pt x="2416484" y="1913441"/>
                </a:lnTo>
                <a:lnTo>
                  <a:pt x="2767984" y="1913441"/>
                </a:lnTo>
                <a:lnTo>
                  <a:pt x="2767984" y="1131193"/>
                </a:lnTo>
                <a:lnTo>
                  <a:pt x="2766041" y="1081190"/>
                </a:lnTo>
                <a:lnTo>
                  <a:pt x="2760213" y="1032414"/>
                </a:lnTo>
                <a:lnTo>
                  <a:pt x="2750499" y="984866"/>
                </a:lnTo>
                <a:lnTo>
                  <a:pt x="2736899" y="938545"/>
                </a:lnTo>
                <a:lnTo>
                  <a:pt x="2719413" y="893450"/>
                </a:lnTo>
                <a:lnTo>
                  <a:pt x="2708135" y="869165"/>
                </a:lnTo>
                <a:close/>
              </a:path>
              <a:path w="11968480" h="1939290">
                <a:moveTo>
                  <a:pt x="2158290" y="517664"/>
                </a:moveTo>
                <a:lnTo>
                  <a:pt x="2089907" y="522777"/>
                </a:lnTo>
                <a:lnTo>
                  <a:pt x="2022803" y="538115"/>
                </a:lnTo>
                <a:lnTo>
                  <a:pt x="1957296" y="564318"/>
                </a:lnTo>
                <a:lnTo>
                  <a:pt x="1893706" y="604581"/>
                </a:lnTo>
                <a:lnTo>
                  <a:pt x="2470792" y="604581"/>
                </a:lnTo>
                <a:lnTo>
                  <a:pt x="2396033" y="566235"/>
                </a:lnTo>
                <a:lnTo>
                  <a:pt x="2350938" y="548750"/>
                </a:lnTo>
                <a:lnTo>
                  <a:pt x="2304617" y="535150"/>
                </a:lnTo>
                <a:lnTo>
                  <a:pt x="2257068" y="525435"/>
                </a:lnTo>
                <a:lnTo>
                  <a:pt x="2208293" y="519607"/>
                </a:lnTo>
                <a:lnTo>
                  <a:pt x="2158290" y="517664"/>
                </a:lnTo>
                <a:close/>
              </a:path>
              <a:path w="11968480" h="1939290">
                <a:moveTo>
                  <a:pt x="3565009" y="492100"/>
                </a:moveTo>
                <a:lnTo>
                  <a:pt x="3517325" y="493592"/>
                </a:lnTo>
                <a:lnTo>
                  <a:pt x="3470565" y="498065"/>
                </a:lnTo>
                <a:lnTo>
                  <a:pt x="3424728" y="505521"/>
                </a:lnTo>
                <a:lnTo>
                  <a:pt x="3379814" y="515960"/>
                </a:lnTo>
                <a:lnTo>
                  <a:pt x="3335823" y="529381"/>
                </a:lnTo>
                <a:lnTo>
                  <a:pt x="3292756" y="545784"/>
                </a:lnTo>
                <a:lnTo>
                  <a:pt x="3243366" y="568485"/>
                </a:lnTo>
                <a:lnTo>
                  <a:pt x="3196432" y="594662"/>
                </a:lnTo>
                <a:lnTo>
                  <a:pt x="3151951" y="624316"/>
                </a:lnTo>
                <a:lnTo>
                  <a:pt x="3109924" y="657446"/>
                </a:lnTo>
                <a:lnTo>
                  <a:pt x="3070351" y="694054"/>
                </a:lnTo>
                <a:lnTo>
                  <a:pt x="3034102" y="733933"/>
                </a:lnTo>
                <a:lnTo>
                  <a:pt x="3001023" y="776880"/>
                </a:lnTo>
                <a:lnTo>
                  <a:pt x="2971113" y="822895"/>
                </a:lnTo>
                <a:lnTo>
                  <a:pt x="2944374" y="871977"/>
                </a:lnTo>
                <a:lnTo>
                  <a:pt x="2920804" y="924127"/>
                </a:lnTo>
                <a:lnTo>
                  <a:pt x="2904010" y="969183"/>
                </a:lnTo>
                <a:lnTo>
                  <a:pt x="2890269" y="1015730"/>
                </a:lnTo>
                <a:lnTo>
                  <a:pt x="2879582" y="1063768"/>
                </a:lnTo>
                <a:lnTo>
                  <a:pt x="2871949" y="1113298"/>
                </a:lnTo>
                <a:lnTo>
                  <a:pt x="2867369" y="1164319"/>
                </a:lnTo>
                <a:lnTo>
                  <a:pt x="2865842" y="1216831"/>
                </a:lnTo>
                <a:lnTo>
                  <a:pt x="2867369" y="1272894"/>
                </a:lnTo>
                <a:lnTo>
                  <a:pt x="2871949" y="1326897"/>
                </a:lnTo>
                <a:lnTo>
                  <a:pt x="2879582" y="1378841"/>
                </a:lnTo>
                <a:lnTo>
                  <a:pt x="2890269" y="1428725"/>
                </a:lnTo>
                <a:lnTo>
                  <a:pt x="2904010" y="1476551"/>
                </a:lnTo>
                <a:lnTo>
                  <a:pt x="2920804" y="1522317"/>
                </a:lnTo>
                <a:lnTo>
                  <a:pt x="2944374" y="1574365"/>
                </a:lnTo>
                <a:lnTo>
                  <a:pt x="2971113" y="1623140"/>
                </a:lnTo>
                <a:lnTo>
                  <a:pt x="3001023" y="1668643"/>
                </a:lnTo>
                <a:lnTo>
                  <a:pt x="3034102" y="1710875"/>
                </a:lnTo>
                <a:lnTo>
                  <a:pt x="3070351" y="1749834"/>
                </a:lnTo>
                <a:lnTo>
                  <a:pt x="3109924" y="1784907"/>
                </a:lnTo>
                <a:lnTo>
                  <a:pt x="3151951" y="1816504"/>
                </a:lnTo>
                <a:lnTo>
                  <a:pt x="3196432" y="1844624"/>
                </a:lnTo>
                <a:lnTo>
                  <a:pt x="3243366" y="1869267"/>
                </a:lnTo>
                <a:lnTo>
                  <a:pt x="3292756" y="1890434"/>
                </a:lnTo>
                <a:lnTo>
                  <a:pt x="3335823" y="1905275"/>
                </a:lnTo>
                <a:lnTo>
                  <a:pt x="3379814" y="1917418"/>
                </a:lnTo>
                <a:lnTo>
                  <a:pt x="3424728" y="1926862"/>
                </a:lnTo>
                <a:lnTo>
                  <a:pt x="3470565" y="1933608"/>
                </a:lnTo>
                <a:lnTo>
                  <a:pt x="3517325" y="1937656"/>
                </a:lnTo>
                <a:lnTo>
                  <a:pt x="3565009" y="1939005"/>
                </a:lnTo>
                <a:lnTo>
                  <a:pt x="3598082" y="1937966"/>
                </a:lnTo>
                <a:lnTo>
                  <a:pt x="3663269" y="1929658"/>
                </a:lnTo>
                <a:lnTo>
                  <a:pt x="3727451" y="1913441"/>
                </a:lnTo>
                <a:lnTo>
                  <a:pt x="3791008" y="1890993"/>
                </a:lnTo>
                <a:lnTo>
                  <a:pt x="3852201" y="1862394"/>
                </a:lnTo>
                <a:lnTo>
                  <a:pt x="3910358" y="1828522"/>
                </a:lnTo>
                <a:lnTo>
                  <a:pt x="3965959" y="1789777"/>
                </a:lnTo>
                <a:lnTo>
                  <a:pt x="4019004" y="1747597"/>
                </a:lnTo>
                <a:lnTo>
                  <a:pt x="4044328" y="1725548"/>
                </a:lnTo>
                <a:lnTo>
                  <a:pt x="4264176" y="1725548"/>
                </a:lnTo>
                <a:lnTo>
                  <a:pt x="4264176" y="1588783"/>
                </a:lnTo>
                <a:lnTo>
                  <a:pt x="3565009" y="1588783"/>
                </a:lnTo>
                <a:lnTo>
                  <a:pt x="3529699" y="1587265"/>
                </a:lnTo>
                <a:lnTo>
                  <a:pt x="3461955" y="1575122"/>
                </a:lnTo>
                <a:lnTo>
                  <a:pt x="3399164" y="1550916"/>
                </a:lnTo>
                <a:lnTo>
                  <a:pt x="3344202" y="1515127"/>
                </a:lnTo>
                <a:lnTo>
                  <a:pt x="3297788" y="1467914"/>
                </a:lnTo>
                <a:lnTo>
                  <a:pt x="3261360" y="1409757"/>
                </a:lnTo>
                <a:lnTo>
                  <a:pt x="3234998" y="1340256"/>
                </a:lnTo>
                <a:lnTo>
                  <a:pt x="3226609" y="1301511"/>
                </a:lnTo>
                <a:lnTo>
                  <a:pt x="3221577" y="1260369"/>
                </a:lnTo>
                <a:lnTo>
                  <a:pt x="3219899" y="1216831"/>
                </a:lnTo>
                <a:lnTo>
                  <a:pt x="3221577" y="1173373"/>
                </a:lnTo>
                <a:lnTo>
                  <a:pt x="3226609" y="1132471"/>
                </a:lnTo>
                <a:lnTo>
                  <a:pt x="3234998" y="1094125"/>
                </a:lnTo>
                <a:lnTo>
                  <a:pt x="3261360" y="1024624"/>
                </a:lnTo>
                <a:lnTo>
                  <a:pt x="3297788" y="965827"/>
                </a:lnTo>
                <a:lnTo>
                  <a:pt x="3344202" y="918535"/>
                </a:lnTo>
                <a:lnTo>
                  <a:pt x="3399164" y="882746"/>
                </a:lnTo>
                <a:lnTo>
                  <a:pt x="3461955" y="858540"/>
                </a:lnTo>
                <a:lnTo>
                  <a:pt x="3529699" y="846397"/>
                </a:lnTo>
                <a:lnTo>
                  <a:pt x="3565009" y="844879"/>
                </a:lnTo>
                <a:lnTo>
                  <a:pt x="4264176" y="844879"/>
                </a:lnTo>
                <a:lnTo>
                  <a:pt x="4264176" y="709392"/>
                </a:lnTo>
                <a:lnTo>
                  <a:pt x="4044328" y="709392"/>
                </a:lnTo>
                <a:lnTo>
                  <a:pt x="4019563" y="686784"/>
                </a:lnTo>
                <a:lnTo>
                  <a:pt x="3993840" y="664975"/>
                </a:lnTo>
                <a:lnTo>
                  <a:pt x="3939517" y="623753"/>
                </a:lnTo>
                <a:lnTo>
                  <a:pt x="3882957" y="586686"/>
                </a:lnTo>
                <a:lnTo>
                  <a:pt x="3823202" y="554731"/>
                </a:lnTo>
                <a:lnTo>
                  <a:pt x="3760890" y="528529"/>
                </a:lnTo>
                <a:lnTo>
                  <a:pt x="3696662" y="508717"/>
                </a:lnTo>
                <a:lnTo>
                  <a:pt x="3631155" y="496255"/>
                </a:lnTo>
                <a:lnTo>
                  <a:pt x="3598162" y="493139"/>
                </a:lnTo>
                <a:lnTo>
                  <a:pt x="3565009" y="492100"/>
                </a:lnTo>
                <a:close/>
              </a:path>
              <a:path w="11968480" h="1939290">
                <a:moveTo>
                  <a:pt x="4264176" y="1725548"/>
                </a:moveTo>
                <a:lnTo>
                  <a:pt x="4044328" y="1725548"/>
                </a:lnTo>
                <a:lnTo>
                  <a:pt x="4179815" y="1913441"/>
                </a:lnTo>
                <a:lnTo>
                  <a:pt x="4264176" y="1913441"/>
                </a:lnTo>
                <a:lnTo>
                  <a:pt x="4264176" y="1725548"/>
                </a:lnTo>
                <a:close/>
              </a:path>
              <a:path w="11968480" h="1939290">
                <a:moveTo>
                  <a:pt x="4264176" y="844879"/>
                </a:moveTo>
                <a:lnTo>
                  <a:pt x="3565009" y="844879"/>
                </a:lnTo>
                <a:lnTo>
                  <a:pt x="3600239" y="846876"/>
                </a:lnTo>
                <a:lnTo>
                  <a:pt x="3634350" y="852868"/>
                </a:lnTo>
                <a:lnTo>
                  <a:pt x="3699218" y="876834"/>
                </a:lnTo>
                <a:lnTo>
                  <a:pt x="3758973" y="912943"/>
                </a:lnTo>
                <a:lnTo>
                  <a:pt x="3810420" y="959916"/>
                </a:lnTo>
                <a:lnTo>
                  <a:pt x="3852600" y="1015197"/>
                </a:lnTo>
                <a:lnTo>
                  <a:pt x="3884555" y="1078787"/>
                </a:lnTo>
                <a:lnTo>
                  <a:pt x="3905645" y="1146531"/>
                </a:lnTo>
                <a:lnTo>
                  <a:pt x="3912675" y="1216831"/>
                </a:lnTo>
                <a:lnTo>
                  <a:pt x="3910917" y="1252380"/>
                </a:lnTo>
                <a:lnTo>
                  <a:pt x="3896857" y="1322041"/>
                </a:lnTo>
                <a:lnTo>
                  <a:pt x="3869856" y="1388507"/>
                </a:lnTo>
                <a:lnTo>
                  <a:pt x="3832788" y="1447943"/>
                </a:lnTo>
                <a:lnTo>
                  <a:pt x="3785735" y="1499389"/>
                </a:lnTo>
                <a:lnTo>
                  <a:pt x="3730134" y="1540931"/>
                </a:lnTo>
                <a:lnTo>
                  <a:pt x="3667343" y="1571527"/>
                </a:lnTo>
                <a:lnTo>
                  <a:pt x="3600239" y="1586865"/>
                </a:lnTo>
                <a:lnTo>
                  <a:pt x="3565009" y="1588783"/>
                </a:lnTo>
                <a:lnTo>
                  <a:pt x="4264176" y="1588783"/>
                </a:lnTo>
                <a:lnTo>
                  <a:pt x="4264176" y="844879"/>
                </a:lnTo>
                <a:close/>
              </a:path>
              <a:path w="11968480" h="1939290">
                <a:moveTo>
                  <a:pt x="4264176" y="547062"/>
                </a:moveTo>
                <a:lnTo>
                  <a:pt x="4179815" y="547062"/>
                </a:lnTo>
                <a:lnTo>
                  <a:pt x="4044328" y="709392"/>
                </a:lnTo>
                <a:lnTo>
                  <a:pt x="4264176" y="709392"/>
                </a:lnTo>
                <a:lnTo>
                  <a:pt x="4264176" y="547062"/>
                </a:lnTo>
                <a:close/>
              </a:path>
              <a:path w="11968480" h="1939290">
                <a:moveTo>
                  <a:pt x="4537145" y="544506"/>
                </a:moveTo>
                <a:lnTo>
                  <a:pt x="4452784" y="544506"/>
                </a:lnTo>
                <a:lnTo>
                  <a:pt x="4452784" y="1913441"/>
                </a:lnTo>
                <a:lnTo>
                  <a:pt x="4801729" y="1913441"/>
                </a:lnTo>
                <a:lnTo>
                  <a:pt x="4801729" y="1131193"/>
                </a:lnTo>
                <a:lnTo>
                  <a:pt x="4803007" y="1104750"/>
                </a:lnTo>
                <a:lnTo>
                  <a:pt x="4813232" y="1054262"/>
                </a:lnTo>
                <a:lnTo>
                  <a:pt x="4833364" y="1006729"/>
                </a:lnTo>
                <a:lnTo>
                  <a:pt x="4861484" y="964549"/>
                </a:lnTo>
                <a:lnTo>
                  <a:pt x="4897113" y="928920"/>
                </a:lnTo>
                <a:lnTo>
                  <a:pt x="4939293" y="900800"/>
                </a:lnTo>
                <a:lnTo>
                  <a:pt x="4987465" y="880668"/>
                </a:lnTo>
                <a:lnTo>
                  <a:pt x="5039231" y="870443"/>
                </a:lnTo>
                <a:lnTo>
                  <a:pt x="5066313" y="869165"/>
                </a:lnTo>
                <a:lnTo>
                  <a:pt x="5616157" y="869165"/>
                </a:lnTo>
                <a:lnTo>
                  <a:pt x="5607087" y="849634"/>
                </a:lnTo>
                <a:lnTo>
                  <a:pt x="5583875" y="808170"/>
                </a:lnTo>
                <a:lnTo>
                  <a:pt x="5557800" y="769057"/>
                </a:lnTo>
                <a:lnTo>
                  <a:pt x="5528862" y="732297"/>
                </a:lnTo>
                <a:lnTo>
                  <a:pt x="5497061" y="697888"/>
                </a:lnTo>
                <a:lnTo>
                  <a:pt x="5475281" y="677437"/>
                </a:lnTo>
                <a:lnTo>
                  <a:pt x="4652181" y="677437"/>
                </a:lnTo>
                <a:lnTo>
                  <a:pt x="4537145" y="544506"/>
                </a:lnTo>
                <a:close/>
              </a:path>
              <a:path w="11968480" h="1939290">
                <a:moveTo>
                  <a:pt x="5616157" y="869165"/>
                </a:moveTo>
                <a:lnTo>
                  <a:pt x="5066313" y="869165"/>
                </a:lnTo>
                <a:lnTo>
                  <a:pt x="5092755" y="870443"/>
                </a:lnTo>
                <a:lnTo>
                  <a:pt x="5118399" y="874278"/>
                </a:lnTo>
                <a:lnTo>
                  <a:pt x="5167289" y="889616"/>
                </a:lnTo>
                <a:lnTo>
                  <a:pt x="5211706" y="913901"/>
                </a:lnTo>
                <a:lnTo>
                  <a:pt x="5250371" y="945856"/>
                </a:lnTo>
                <a:lnTo>
                  <a:pt x="5282341" y="984866"/>
                </a:lnTo>
                <a:lnTo>
                  <a:pt x="5306611" y="1030216"/>
                </a:lnTo>
                <a:lnTo>
                  <a:pt x="5321950" y="1079107"/>
                </a:lnTo>
                <a:lnTo>
                  <a:pt x="5327062" y="1131193"/>
                </a:lnTo>
                <a:lnTo>
                  <a:pt x="5327062" y="1913441"/>
                </a:lnTo>
                <a:lnTo>
                  <a:pt x="5676007" y="1913441"/>
                </a:lnTo>
                <a:lnTo>
                  <a:pt x="5676007" y="1131193"/>
                </a:lnTo>
                <a:lnTo>
                  <a:pt x="5674064" y="1081190"/>
                </a:lnTo>
                <a:lnTo>
                  <a:pt x="5668235" y="1032414"/>
                </a:lnTo>
                <a:lnTo>
                  <a:pt x="5658521" y="984866"/>
                </a:lnTo>
                <a:lnTo>
                  <a:pt x="5644921" y="938545"/>
                </a:lnTo>
                <a:lnTo>
                  <a:pt x="5627436" y="893450"/>
                </a:lnTo>
                <a:lnTo>
                  <a:pt x="5616157" y="869165"/>
                </a:lnTo>
                <a:close/>
              </a:path>
              <a:path w="11968480" h="1939290">
                <a:moveTo>
                  <a:pt x="5066313" y="517664"/>
                </a:moveTo>
                <a:lnTo>
                  <a:pt x="5020145" y="519351"/>
                </a:lnTo>
                <a:lnTo>
                  <a:pt x="4974693" y="524413"/>
                </a:lnTo>
                <a:lnTo>
                  <a:pt x="4929956" y="532849"/>
                </a:lnTo>
                <a:lnTo>
                  <a:pt x="4885935" y="544659"/>
                </a:lnTo>
                <a:lnTo>
                  <a:pt x="4842631" y="559844"/>
                </a:lnTo>
                <a:lnTo>
                  <a:pt x="4790944" y="582532"/>
                </a:lnTo>
                <a:lnTo>
                  <a:pt x="4741974" y="609693"/>
                </a:lnTo>
                <a:lnTo>
                  <a:pt x="4695719" y="641328"/>
                </a:lnTo>
                <a:lnTo>
                  <a:pt x="4652181" y="677437"/>
                </a:lnTo>
                <a:lnTo>
                  <a:pt x="5475281" y="677437"/>
                </a:lnTo>
                <a:lnTo>
                  <a:pt x="5426096" y="636331"/>
                </a:lnTo>
                <a:lnTo>
                  <a:pt x="5387239" y="610000"/>
                </a:lnTo>
                <a:lnTo>
                  <a:pt x="5346133" y="586635"/>
                </a:lnTo>
                <a:lnTo>
                  <a:pt x="5302777" y="566235"/>
                </a:lnTo>
                <a:lnTo>
                  <a:pt x="5257734" y="548750"/>
                </a:lnTo>
                <a:lnTo>
                  <a:pt x="5211566" y="535150"/>
                </a:lnTo>
                <a:lnTo>
                  <a:pt x="5164273" y="525435"/>
                </a:lnTo>
                <a:lnTo>
                  <a:pt x="5115855" y="519607"/>
                </a:lnTo>
                <a:lnTo>
                  <a:pt x="5066313" y="517664"/>
                </a:lnTo>
                <a:close/>
              </a:path>
              <a:path w="11968480" h="1939290">
                <a:moveTo>
                  <a:pt x="6198222" y="0"/>
                </a:moveTo>
                <a:lnTo>
                  <a:pt x="5846721" y="0"/>
                </a:lnTo>
                <a:lnTo>
                  <a:pt x="5846721" y="1913441"/>
                </a:lnTo>
                <a:lnTo>
                  <a:pt x="6198222" y="1913441"/>
                </a:lnTo>
                <a:lnTo>
                  <a:pt x="6198222" y="1738330"/>
                </a:lnTo>
                <a:lnTo>
                  <a:pt x="6441077" y="1416228"/>
                </a:lnTo>
                <a:lnTo>
                  <a:pt x="6836469" y="1416228"/>
                </a:lnTo>
                <a:lnTo>
                  <a:pt x="6717021" y="1206605"/>
                </a:lnTo>
                <a:lnTo>
                  <a:pt x="6198222" y="1206605"/>
                </a:lnTo>
                <a:lnTo>
                  <a:pt x="6198222" y="0"/>
                </a:lnTo>
                <a:close/>
              </a:path>
              <a:path w="11968480" h="1939290">
                <a:moveTo>
                  <a:pt x="6836469" y="1416228"/>
                </a:moveTo>
                <a:lnTo>
                  <a:pt x="6441077" y="1416228"/>
                </a:lnTo>
                <a:lnTo>
                  <a:pt x="6718443" y="1913441"/>
                </a:lnTo>
                <a:lnTo>
                  <a:pt x="7119793" y="1913441"/>
                </a:lnTo>
                <a:lnTo>
                  <a:pt x="6836469" y="1416228"/>
                </a:lnTo>
                <a:close/>
              </a:path>
              <a:path w="11968480" h="1939290">
                <a:moveTo>
                  <a:pt x="7119793" y="547062"/>
                </a:moveTo>
                <a:lnTo>
                  <a:pt x="6718443" y="547062"/>
                </a:lnTo>
                <a:lnTo>
                  <a:pt x="6198222" y="1206605"/>
                </a:lnTo>
                <a:lnTo>
                  <a:pt x="6717021" y="1206605"/>
                </a:lnTo>
                <a:lnTo>
                  <a:pt x="6666037" y="1117133"/>
                </a:lnTo>
                <a:lnTo>
                  <a:pt x="7119793" y="547062"/>
                </a:lnTo>
                <a:close/>
              </a:path>
              <a:path w="11968480" h="1939290">
                <a:moveTo>
                  <a:pt x="8146328" y="80525"/>
                </a:moveTo>
                <a:lnTo>
                  <a:pt x="7779489" y="80525"/>
                </a:lnTo>
                <a:lnTo>
                  <a:pt x="7779489" y="630144"/>
                </a:lnTo>
                <a:lnTo>
                  <a:pt x="7781074" y="680300"/>
                </a:lnTo>
                <a:lnTo>
                  <a:pt x="7785829" y="729536"/>
                </a:lnTo>
                <a:lnTo>
                  <a:pt x="7793754" y="777851"/>
                </a:lnTo>
                <a:lnTo>
                  <a:pt x="7804848" y="825246"/>
                </a:lnTo>
                <a:lnTo>
                  <a:pt x="7819113" y="871721"/>
                </a:lnTo>
                <a:lnTo>
                  <a:pt x="7836752" y="916458"/>
                </a:lnTo>
                <a:lnTo>
                  <a:pt x="7856947" y="959660"/>
                </a:lnTo>
                <a:lnTo>
                  <a:pt x="7879699" y="1001329"/>
                </a:lnTo>
                <a:lnTo>
                  <a:pt x="7905007" y="1041464"/>
                </a:lnTo>
                <a:lnTo>
                  <a:pt x="7932871" y="1080065"/>
                </a:lnTo>
                <a:lnTo>
                  <a:pt x="7963139" y="1116366"/>
                </a:lnTo>
                <a:lnTo>
                  <a:pt x="7995656" y="1150621"/>
                </a:lnTo>
                <a:lnTo>
                  <a:pt x="8030422" y="1182831"/>
                </a:lnTo>
                <a:lnTo>
                  <a:pt x="8067438" y="1212996"/>
                </a:lnTo>
                <a:lnTo>
                  <a:pt x="8106704" y="1241116"/>
                </a:lnTo>
                <a:lnTo>
                  <a:pt x="8148373" y="1266731"/>
                </a:lnTo>
                <a:lnTo>
                  <a:pt x="8191576" y="1289381"/>
                </a:lnTo>
                <a:lnTo>
                  <a:pt x="8236312" y="1309065"/>
                </a:lnTo>
                <a:lnTo>
                  <a:pt x="8282582" y="1325783"/>
                </a:lnTo>
                <a:lnTo>
                  <a:pt x="8330386" y="1339537"/>
                </a:lnTo>
                <a:lnTo>
                  <a:pt x="8330386" y="1913441"/>
                </a:lnTo>
                <a:lnTo>
                  <a:pt x="8695947" y="1913441"/>
                </a:lnTo>
                <a:lnTo>
                  <a:pt x="8695947" y="1339537"/>
                </a:lnTo>
                <a:lnTo>
                  <a:pt x="8743700" y="1325783"/>
                </a:lnTo>
                <a:lnTo>
                  <a:pt x="8789817" y="1309065"/>
                </a:lnTo>
                <a:lnTo>
                  <a:pt x="8834298" y="1289381"/>
                </a:lnTo>
                <a:lnTo>
                  <a:pt x="8877143" y="1266731"/>
                </a:lnTo>
                <a:lnTo>
                  <a:pt x="8918351" y="1241116"/>
                </a:lnTo>
                <a:lnTo>
                  <a:pt x="8957617" y="1212996"/>
                </a:lnTo>
                <a:lnTo>
                  <a:pt x="8994633" y="1182831"/>
                </a:lnTo>
                <a:lnTo>
                  <a:pt x="9029400" y="1150621"/>
                </a:lnTo>
                <a:lnTo>
                  <a:pt x="9061917" y="1116366"/>
                </a:lnTo>
                <a:lnTo>
                  <a:pt x="9092184" y="1080065"/>
                </a:lnTo>
                <a:lnTo>
                  <a:pt x="9119998" y="1041464"/>
                </a:lnTo>
                <a:lnTo>
                  <a:pt x="9145152" y="1001329"/>
                </a:lnTo>
                <a:lnTo>
                  <a:pt x="9147498" y="996983"/>
                </a:lnTo>
                <a:lnTo>
                  <a:pt x="8513167" y="996983"/>
                </a:lnTo>
                <a:lnTo>
                  <a:pt x="8475940" y="995226"/>
                </a:lnTo>
                <a:lnTo>
                  <a:pt x="8404361" y="981166"/>
                </a:lnTo>
                <a:lnTo>
                  <a:pt x="8337816" y="952886"/>
                </a:lnTo>
                <a:lnTo>
                  <a:pt x="8279658" y="913262"/>
                </a:lnTo>
                <a:lnTo>
                  <a:pt x="8230049" y="863653"/>
                </a:lnTo>
                <a:lnTo>
                  <a:pt x="8190425" y="805495"/>
                </a:lnTo>
                <a:lnTo>
                  <a:pt x="8162145" y="738950"/>
                </a:lnTo>
                <a:lnTo>
                  <a:pt x="8148085" y="667371"/>
                </a:lnTo>
                <a:lnTo>
                  <a:pt x="8146328" y="630144"/>
                </a:lnTo>
                <a:lnTo>
                  <a:pt x="8146328" y="80525"/>
                </a:lnTo>
                <a:close/>
              </a:path>
              <a:path w="11968480" h="1939290">
                <a:moveTo>
                  <a:pt x="9245566" y="80525"/>
                </a:moveTo>
                <a:lnTo>
                  <a:pt x="8880006" y="80525"/>
                </a:lnTo>
                <a:lnTo>
                  <a:pt x="8880006" y="630144"/>
                </a:lnTo>
                <a:lnTo>
                  <a:pt x="8878168" y="667371"/>
                </a:lnTo>
                <a:lnTo>
                  <a:pt x="8863469" y="738950"/>
                </a:lnTo>
                <a:lnTo>
                  <a:pt x="8835189" y="805495"/>
                </a:lnTo>
                <a:lnTo>
                  <a:pt x="8796205" y="863653"/>
                </a:lnTo>
                <a:lnTo>
                  <a:pt x="8746595" y="913262"/>
                </a:lnTo>
                <a:lnTo>
                  <a:pt x="8687799" y="952886"/>
                </a:lnTo>
                <a:lnTo>
                  <a:pt x="8621253" y="981166"/>
                </a:lnTo>
                <a:lnTo>
                  <a:pt x="8550314" y="995226"/>
                </a:lnTo>
                <a:lnTo>
                  <a:pt x="8513167" y="996983"/>
                </a:lnTo>
                <a:lnTo>
                  <a:pt x="9147498" y="996983"/>
                </a:lnTo>
                <a:lnTo>
                  <a:pt x="9167648" y="959660"/>
                </a:lnTo>
                <a:lnTo>
                  <a:pt x="9187486" y="916458"/>
                </a:lnTo>
                <a:lnTo>
                  <a:pt x="9204664" y="871721"/>
                </a:lnTo>
                <a:lnTo>
                  <a:pt x="9219389" y="825246"/>
                </a:lnTo>
                <a:lnTo>
                  <a:pt x="9230842" y="777851"/>
                </a:lnTo>
                <a:lnTo>
                  <a:pt x="9239022" y="729536"/>
                </a:lnTo>
                <a:lnTo>
                  <a:pt x="9243930" y="680300"/>
                </a:lnTo>
                <a:lnTo>
                  <a:pt x="9245566" y="630144"/>
                </a:lnTo>
                <a:lnTo>
                  <a:pt x="9245566" y="80525"/>
                </a:lnTo>
                <a:close/>
              </a:path>
              <a:path w="11968480" h="1939290">
                <a:moveTo>
                  <a:pt x="9949283" y="492100"/>
                </a:moveTo>
                <a:lnTo>
                  <a:pt x="9901600" y="493627"/>
                </a:lnTo>
                <a:lnTo>
                  <a:pt x="9854840" y="498207"/>
                </a:lnTo>
                <a:lnTo>
                  <a:pt x="9809003" y="505841"/>
                </a:lnTo>
                <a:lnTo>
                  <a:pt x="9764089" y="516528"/>
                </a:lnTo>
                <a:lnTo>
                  <a:pt x="9720098" y="530268"/>
                </a:lnTo>
                <a:lnTo>
                  <a:pt x="9677030" y="547062"/>
                </a:lnTo>
                <a:lnTo>
                  <a:pt x="9627641" y="570734"/>
                </a:lnTo>
                <a:lnTo>
                  <a:pt x="9580706" y="597781"/>
                </a:lnTo>
                <a:lnTo>
                  <a:pt x="9536225" y="628201"/>
                </a:lnTo>
                <a:lnTo>
                  <a:pt x="9494199" y="661997"/>
                </a:lnTo>
                <a:lnTo>
                  <a:pt x="9454626" y="699166"/>
                </a:lnTo>
                <a:lnTo>
                  <a:pt x="9418377" y="738995"/>
                </a:lnTo>
                <a:lnTo>
                  <a:pt x="9385297" y="781788"/>
                </a:lnTo>
                <a:lnTo>
                  <a:pt x="9355388" y="827547"/>
                </a:lnTo>
                <a:lnTo>
                  <a:pt x="9328648" y="876272"/>
                </a:lnTo>
                <a:lnTo>
                  <a:pt x="9305079" y="927961"/>
                </a:lnTo>
                <a:lnTo>
                  <a:pt x="9288364" y="972698"/>
                </a:lnTo>
                <a:lnTo>
                  <a:pt x="9274544" y="1019138"/>
                </a:lnTo>
                <a:lnTo>
                  <a:pt x="9263857" y="1066644"/>
                </a:lnTo>
                <a:lnTo>
                  <a:pt x="9256224" y="1115428"/>
                </a:lnTo>
                <a:lnTo>
                  <a:pt x="9251643" y="1165490"/>
                </a:lnTo>
                <a:lnTo>
                  <a:pt x="9250117" y="1216831"/>
                </a:lnTo>
                <a:lnTo>
                  <a:pt x="9251643" y="1267390"/>
                </a:lnTo>
                <a:lnTo>
                  <a:pt x="9256224" y="1316813"/>
                </a:lnTo>
                <a:lnTo>
                  <a:pt x="9263857" y="1365100"/>
                </a:lnTo>
                <a:lnTo>
                  <a:pt x="9274544" y="1412251"/>
                </a:lnTo>
                <a:lnTo>
                  <a:pt x="9288285" y="1458266"/>
                </a:lnTo>
                <a:lnTo>
                  <a:pt x="9305079" y="1503144"/>
                </a:lnTo>
                <a:lnTo>
                  <a:pt x="9328648" y="1554425"/>
                </a:lnTo>
                <a:lnTo>
                  <a:pt x="9355388" y="1602945"/>
                </a:lnTo>
                <a:lnTo>
                  <a:pt x="9385297" y="1648704"/>
                </a:lnTo>
                <a:lnTo>
                  <a:pt x="9418377" y="1691702"/>
                </a:lnTo>
                <a:lnTo>
                  <a:pt x="9454626" y="1731939"/>
                </a:lnTo>
                <a:lnTo>
                  <a:pt x="9494199" y="1768700"/>
                </a:lnTo>
                <a:lnTo>
                  <a:pt x="9536225" y="1802290"/>
                </a:lnTo>
                <a:lnTo>
                  <a:pt x="9580706" y="1832711"/>
                </a:lnTo>
                <a:lnTo>
                  <a:pt x="9627641" y="1859962"/>
                </a:lnTo>
                <a:lnTo>
                  <a:pt x="9677030" y="1884043"/>
                </a:lnTo>
                <a:lnTo>
                  <a:pt x="9720098" y="1900837"/>
                </a:lnTo>
                <a:lnTo>
                  <a:pt x="9764089" y="1914577"/>
                </a:lnTo>
                <a:lnTo>
                  <a:pt x="9809003" y="1925265"/>
                </a:lnTo>
                <a:lnTo>
                  <a:pt x="9854840" y="1932898"/>
                </a:lnTo>
                <a:lnTo>
                  <a:pt x="9901600" y="1937478"/>
                </a:lnTo>
                <a:lnTo>
                  <a:pt x="9949283" y="1939005"/>
                </a:lnTo>
                <a:lnTo>
                  <a:pt x="9997322" y="1937478"/>
                </a:lnTo>
                <a:lnTo>
                  <a:pt x="10044295" y="1932898"/>
                </a:lnTo>
                <a:lnTo>
                  <a:pt x="10090203" y="1925265"/>
                </a:lnTo>
                <a:lnTo>
                  <a:pt x="10135046" y="1914577"/>
                </a:lnTo>
                <a:lnTo>
                  <a:pt x="10178824" y="1900837"/>
                </a:lnTo>
                <a:lnTo>
                  <a:pt x="10221537" y="1884043"/>
                </a:lnTo>
                <a:lnTo>
                  <a:pt x="10271335" y="1859962"/>
                </a:lnTo>
                <a:lnTo>
                  <a:pt x="10318474" y="1832711"/>
                </a:lnTo>
                <a:lnTo>
                  <a:pt x="10362955" y="1802290"/>
                </a:lnTo>
                <a:lnTo>
                  <a:pt x="10404777" y="1768700"/>
                </a:lnTo>
                <a:lnTo>
                  <a:pt x="10443941" y="1731939"/>
                </a:lnTo>
                <a:lnTo>
                  <a:pt x="10480190" y="1691702"/>
                </a:lnTo>
                <a:lnTo>
                  <a:pt x="10513270" y="1648704"/>
                </a:lnTo>
                <a:lnTo>
                  <a:pt x="10543179" y="1602945"/>
                </a:lnTo>
                <a:lnTo>
                  <a:pt x="10550984" y="1588783"/>
                </a:lnTo>
                <a:lnTo>
                  <a:pt x="9949283" y="1588783"/>
                </a:lnTo>
                <a:lnTo>
                  <a:pt x="9915579" y="1587105"/>
                </a:lnTo>
                <a:lnTo>
                  <a:pt x="9914494" y="1587105"/>
                </a:lnTo>
                <a:lnTo>
                  <a:pt x="9879622" y="1581752"/>
                </a:lnTo>
                <a:lnTo>
                  <a:pt x="9813796" y="1560662"/>
                </a:lnTo>
                <a:lnTo>
                  <a:pt x="9754999" y="1526151"/>
                </a:lnTo>
                <a:lnTo>
                  <a:pt x="9703872" y="1481415"/>
                </a:lnTo>
                <a:lnTo>
                  <a:pt x="9662651" y="1427092"/>
                </a:lnTo>
                <a:lnTo>
                  <a:pt x="9631016" y="1363822"/>
                </a:lnTo>
                <a:lnTo>
                  <a:pt x="9610884" y="1293202"/>
                </a:lnTo>
                <a:lnTo>
                  <a:pt x="9604174" y="1216831"/>
                </a:lnTo>
                <a:lnTo>
                  <a:pt x="9605851" y="1175689"/>
                </a:lnTo>
                <a:lnTo>
                  <a:pt x="9610884" y="1136625"/>
                </a:lnTo>
                <a:lnTo>
                  <a:pt x="9631016" y="1064727"/>
                </a:lnTo>
                <a:lnTo>
                  <a:pt x="9662651" y="1000818"/>
                </a:lnTo>
                <a:lnTo>
                  <a:pt x="9703872" y="947134"/>
                </a:lnTo>
                <a:lnTo>
                  <a:pt x="9754999" y="903356"/>
                </a:lnTo>
                <a:lnTo>
                  <a:pt x="9813796" y="871721"/>
                </a:lnTo>
                <a:lnTo>
                  <a:pt x="9879622" y="851590"/>
                </a:lnTo>
                <a:lnTo>
                  <a:pt x="9949283" y="844879"/>
                </a:lnTo>
                <a:lnTo>
                  <a:pt x="10557178" y="844879"/>
                </a:lnTo>
                <a:lnTo>
                  <a:pt x="10543179" y="819264"/>
                </a:lnTo>
                <a:lnTo>
                  <a:pt x="10513270" y="773505"/>
                </a:lnTo>
                <a:lnTo>
                  <a:pt x="10480190" y="730916"/>
                </a:lnTo>
                <a:lnTo>
                  <a:pt x="10443941" y="691497"/>
                </a:lnTo>
                <a:lnTo>
                  <a:pt x="10404777" y="654941"/>
                </a:lnTo>
                <a:lnTo>
                  <a:pt x="10362955" y="621964"/>
                </a:lnTo>
                <a:lnTo>
                  <a:pt x="10318474" y="592566"/>
                </a:lnTo>
                <a:lnTo>
                  <a:pt x="10271335" y="566746"/>
                </a:lnTo>
                <a:lnTo>
                  <a:pt x="10221537" y="544506"/>
                </a:lnTo>
                <a:lnTo>
                  <a:pt x="10178824" y="528493"/>
                </a:lnTo>
                <a:lnTo>
                  <a:pt x="10135046" y="515392"/>
                </a:lnTo>
                <a:lnTo>
                  <a:pt x="10090203" y="505202"/>
                </a:lnTo>
                <a:lnTo>
                  <a:pt x="10044295" y="497923"/>
                </a:lnTo>
                <a:lnTo>
                  <a:pt x="9998086" y="493627"/>
                </a:lnTo>
                <a:lnTo>
                  <a:pt x="9999665" y="493627"/>
                </a:lnTo>
                <a:lnTo>
                  <a:pt x="9949283" y="492100"/>
                </a:lnTo>
                <a:close/>
              </a:path>
              <a:path w="11968480" h="1939290">
                <a:moveTo>
                  <a:pt x="10557178" y="844879"/>
                </a:moveTo>
                <a:lnTo>
                  <a:pt x="9949283" y="844879"/>
                </a:lnTo>
                <a:lnTo>
                  <a:pt x="9984514" y="846557"/>
                </a:lnTo>
                <a:lnTo>
                  <a:pt x="10018625" y="851590"/>
                </a:lnTo>
                <a:lnTo>
                  <a:pt x="10083493" y="871721"/>
                </a:lnTo>
                <a:lnTo>
                  <a:pt x="10143248" y="903356"/>
                </a:lnTo>
                <a:lnTo>
                  <a:pt x="10194695" y="947134"/>
                </a:lnTo>
                <a:lnTo>
                  <a:pt x="10236875" y="1000818"/>
                </a:lnTo>
                <a:lnTo>
                  <a:pt x="10268830" y="1064727"/>
                </a:lnTo>
                <a:lnTo>
                  <a:pt x="10289919" y="1136625"/>
                </a:lnTo>
                <a:lnTo>
                  <a:pt x="10295192" y="1175689"/>
                </a:lnTo>
                <a:lnTo>
                  <a:pt x="10296950" y="1216831"/>
                </a:lnTo>
                <a:lnTo>
                  <a:pt x="10295268" y="1255736"/>
                </a:lnTo>
                <a:lnTo>
                  <a:pt x="10295192" y="1257493"/>
                </a:lnTo>
                <a:lnTo>
                  <a:pt x="10289919" y="1296398"/>
                </a:lnTo>
                <a:lnTo>
                  <a:pt x="10281132" y="1333545"/>
                </a:lnTo>
                <a:lnTo>
                  <a:pt x="10254130" y="1402168"/>
                </a:lnTo>
                <a:lnTo>
                  <a:pt x="10217063" y="1460964"/>
                </a:lnTo>
                <a:lnTo>
                  <a:pt x="10170010" y="1509455"/>
                </a:lnTo>
                <a:lnTo>
                  <a:pt x="10114409" y="1547162"/>
                </a:lnTo>
                <a:lnTo>
                  <a:pt x="10051618" y="1573684"/>
                </a:lnTo>
                <a:lnTo>
                  <a:pt x="9984514" y="1587105"/>
                </a:lnTo>
                <a:lnTo>
                  <a:pt x="9949283" y="1588783"/>
                </a:lnTo>
                <a:lnTo>
                  <a:pt x="10550984" y="1588783"/>
                </a:lnTo>
                <a:lnTo>
                  <a:pt x="10569919" y="1554425"/>
                </a:lnTo>
                <a:lnTo>
                  <a:pt x="10593488" y="1503144"/>
                </a:lnTo>
                <a:lnTo>
                  <a:pt x="10610282" y="1458266"/>
                </a:lnTo>
                <a:lnTo>
                  <a:pt x="10624023" y="1412251"/>
                </a:lnTo>
                <a:lnTo>
                  <a:pt x="10634710" y="1365100"/>
                </a:lnTo>
                <a:lnTo>
                  <a:pt x="10642343" y="1316813"/>
                </a:lnTo>
                <a:lnTo>
                  <a:pt x="10646923" y="1267390"/>
                </a:lnTo>
                <a:lnTo>
                  <a:pt x="10648450" y="1216831"/>
                </a:lnTo>
                <a:lnTo>
                  <a:pt x="10646990" y="1165490"/>
                </a:lnTo>
                <a:lnTo>
                  <a:pt x="10642343" y="1111168"/>
                </a:lnTo>
                <a:lnTo>
                  <a:pt x="10634710" y="1060892"/>
                </a:lnTo>
                <a:lnTo>
                  <a:pt x="10624023" y="1012321"/>
                </a:lnTo>
                <a:lnTo>
                  <a:pt x="10610282" y="965455"/>
                </a:lnTo>
                <a:lnTo>
                  <a:pt x="10593488" y="920292"/>
                </a:lnTo>
                <a:lnTo>
                  <a:pt x="10569919" y="868193"/>
                </a:lnTo>
                <a:lnTo>
                  <a:pt x="10557178" y="844879"/>
                </a:lnTo>
                <a:close/>
              </a:path>
              <a:path w="11968480" h="1939290">
                <a:moveTo>
                  <a:pt x="11092696" y="544506"/>
                </a:moveTo>
                <a:lnTo>
                  <a:pt x="10745030" y="544506"/>
                </a:lnTo>
                <a:lnTo>
                  <a:pt x="10745030" y="1301191"/>
                </a:lnTo>
                <a:lnTo>
                  <a:pt x="10746812" y="1355514"/>
                </a:lnTo>
                <a:lnTo>
                  <a:pt x="10746921" y="1358863"/>
                </a:lnTo>
                <a:lnTo>
                  <a:pt x="10752597" y="1414285"/>
                </a:lnTo>
                <a:lnTo>
                  <a:pt x="10762055" y="1467457"/>
                </a:lnTo>
                <a:lnTo>
                  <a:pt x="10775297" y="1518380"/>
                </a:lnTo>
                <a:lnTo>
                  <a:pt x="10792323" y="1567053"/>
                </a:lnTo>
                <a:lnTo>
                  <a:pt x="10813131" y="1612710"/>
                </a:lnTo>
                <a:lnTo>
                  <a:pt x="10836701" y="1655606"/>
                </a:lnTo>
                <a:lnTo>
                  <a:pt x="10863032" y="1695741"/>
                </a:lnTo>
                <a:lnTo>
                  <a:pt x="10892123" y="1733115"/>
                </a:lnTo>
                <a:lnTo>
                  <a:pt x="10923976" y="1767728"/>
                </a:lnTo>
                <a:lnTo>
                  <a:pt x="10958793" y="1798967"/>
                </a:lnTo>
                <a:lnTo>
                  <a:pt x="10995758" y="1827241"/>
                </a:lnTo>
                <a:lnTo>
                  <a:pt x="11034871" y="1852549"/>
                </a:lnTo>
                <a:lnTo>
                  <a:pt x="11076131" y="1874891"/>
                </a:lnTo>
                <a:lnTo>
                  <a:pt x="11119538" y="1894269"/>
                </a:lnTo>
                <a:lnTo>
                  <a:pt x="11164632" y="1910374"/>
                </a:lnTo>
                <a:lnTo>
                  <a:pt x="11210954" y="1922900"/>
                </a:lnTo>
                <a:lnTo>
                  <a:pt x="11258502" y="1931847"/>
                </a:lnTo>
                <a:lnTo>
                  <a:pt x="11307278" y="1937216"/>
                </a:lnTo>
                <a:lnTo>
                  <a:pt x="11357280" y="1939005"/>
                </a:lnTo>
                <a:lnTo>
                  <a:pt x="11385879" y="1938046"/>
                </a:lnTo>
                <a:lnTo>
                  <a:pt x="11442119" y="1930377"/>
                </a:lnTo>
                <a:lnTo>
                  <a:pt x="11497641" y="1915998"/>
                </a:lnTo>
                <a:lnTo>
                  <a:pt x="11551964" y="1896825"/>
                </a:lnTo>
                <a:lnTo>
                  <a:pt x="11604289" y="1872060"/>
                </a:lnTo>
                <a:lnTo>
                  <a:pt x="11654138" y="1842662"/>
                </a:lnTo>
                <a:lnTo>
                  <a:pt x="11701990" y="1809030"/>
                </a:lnTo>
                <a:lnTo>
                  <a:pt x="11747366" y="1772601"/>
                </a:lnTo>
                <a:lnTo>
                  <a:pt x="11768855" y="1753668"/>
                </a:lnTo>
                <a:lnTo>
                  <a:pt x="11968252" y="1753668"/>
                </a:lnTo>
                <a:lnTo>
                  <a:pt x="11968252" y="1591339"/>
                </a:lnTo>
                <a:lnTo>
                  <a:pt x="11357280" y="1591339"/>
                </a:lnTo>
                <a:lnTo>
                  <a:pt x="11330198" y="1590141"/>
                </a:lnTo>
                <a:lnTo>
                  <a:pt x="11278432" y="1580554"/>
                </a:lnTo>
                <a:lnTo>
                  <a:pt x="11230820" y="1561461"/>
                </a:lnTo>
                <a:lnTo>
                  <a:pt x="11189279" y="1533341"/>
                </a:lnTo>
                <a:lnTo>
                  <a:pt x="11153649" y="1496354"/>
                </a:lnTo>
                <a:lnTo>
                  <a:pt x="11124890" y="1450978"/>
                </a:lnTo>
                <a:lnTo>
                  <a:pt x="11104199" y="1396815"/>
                </a:lnTo>
                <a:lnTo>
                  <a:pt x="11093974" y="1334823"/>
                </a:lnTo>
                <a:lnTo>
                  <a:pt x="11092696" y="1301191"/>
                </a:lnTo>
                <a:lnTo>
                  <a:pt x="11092696" y="544506"/>
                </a:lnTo>
                <a:close/>
              </a:path>
              <a:path w="11968480" h="1939290">
                <a:moveTo>
                  <a:pt x="11968252" y="1753668"/>
                </a:moveTo>
                <a:lnTo>
                  <a:pt x="11768855" y="1753668"/>
                </a:lnTo>
                <a:lnTo>
                  <a:pt x="11883892" y="1913441"/>
                </a:lnTo>
                <a:lnTo>
                  <a:pt x="11968252" y="1913441"/>
                </a:lnTo>
                <a:lnTo>
                  <a:pt x="11968252" y="1753668"/>
                </a:lnTo>
                <a:close/>
              </a:path>
              <a:path w="11968480" h="1939290">
                <a:moveTo>
                  <a:pt x="11968252" y="544506"/>
                </a:moveTo>
                <a:lnTo>
                  <a:pt x="11619308" y="544506"/>
                </a:lnTo>
                <a:lnTo>
                  <a:pt x="11619308" y="1301191"/>
                </a:lnTo>
                <a:lnTo>
                  <a:pt x="11618030" y="1328512"/>
                </a:lnTo>
                <a:lnTo>
                  <a:pt x="11607804" y="1382196"/>
                </a:lnTo>
                <a:lnTo>
                  <a:pt x="11587673" y="1433483"/>
                </a:lnTo>
                <a:lnTo>
                  <a:pt x="11559553" y="1479498"/>
                </a:lnTo>
                <a:lnTo>
                  <a:pt x="11523923" y="1520080"/>
                </a:lnTo>
                <a:lnTo>
                  <a:pt x="11481743" y="1553313"/>
                </a:lnTo>
                <a:lnTo>
                  <a:pt x="11434211" y="1577678"/>
                </a:lnTo>
                <a:lnTo>
                  <a:pt x="11383722" y="1589821"/>
                </a:lnTo>
                <a:lnTo>
                  <a:pt x="11357280" y="1591339"/>
                </a:lnTo>
                <a:lnTo>
                  <a:pt x="11968252" y="1591339"/>
                </a:lnTo>
                <a:lnTo>
                  <a:pt x="11968252" y="54450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2025-08-13T10:02:53Z</dcterms:created>
  <dcterms:modified xsi:type="dcterms:W3CDTF">2025-08-13T10:02:53Z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2025-08-13T00:00:00Z</vt:filetime>
  </property>
  <property fmtid="{D5CDD505-2E9C-101B-9397-08002B2CF9AE}" pid="3" name="LastSaved">
    <vt:filetime>2025-08-13T00:00:00Z</vt:filetime>
  </property>
  <property fmtid="{D5CDD505-2E9C-101B-9397-08002B2CF9AE}" pid="4" name="Producer">
    <vt:lpwstr>iLovePDF</vt:lpwstr>
  </property>
</Properties>
</file>